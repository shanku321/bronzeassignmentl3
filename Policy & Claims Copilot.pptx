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25" r:id="rId4"/>
  </p:sldMasterIdLst>
  <p:notesMasterIdLst>
    <p:notesMasterId r:id="rId12"/>
  </p:notesMasterIdLst>
  <p:handoutMasterIdLst>
    <p:handoutMasterId r:id="rId13"/>
  </p:handoutMasterIdLst>
  <p:sldIdLst>
    <p:sldId id="339" r:id="rId5"/>
    <p:sldId id="256" r:id="rId6"/>
    <p:sldId id="351" r:id="rId7"/>
    <p:sldId id="350" r:id="rId8"/>
    <p:sldId id="352" r:id="rId9"/>
    <p:sldId id="353" r:id="rId10"/>
    <p:sldId id="349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A68CE"/>
    <a:srgbClr val="7480D6"/>
    <a:srgbClr val="4653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34" autoAdjust="0"/>
  </p:normalViewPr>
  <p:slideViewPr>
    <p:cSldViewPr snapToGrid="0">
      <p:cViewPr varScale="1">
        <p:scale>
          <a:sx n="66" d="100"/>
          <a:sy n="66" d="100"/>
        </p:scale>
        <p:origin x="924" y="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46"/>
    </p:cViewPr>
  </p:sorterViewPr>
  <p:notesViewPr>
    <p:cSldViewPr snapToGrid="0">
      <p:cViewPr>
        <p:scale>
          <a:sx n="50" d="100"/>
          <a:sy n="50" d="100"/>
        </p:scale>
        <p:origin x="3403" y="283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26D37A0-F398-4276-AAF6-E62AA90BC97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96B402-FD6E-4995-8160-C6DD76DAAC5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37F7A-782D-430C-B7DE-046B665BEF14}" type="datetimeFigureOut">
              <a:rPr lang="en-US" smtClean="0"/>
              <a:t>8/6/2026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BA7967-B488-405D-84A2-64F6D9128F3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65115A-3EB4-4B47-8F4B-4F42519BF90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0885D5-D443-4228-8B2C-B9DF9A30D57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78913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1CCEED-E5F4-4698-B012-83262916D7BD}" type="datetimeFigureOut">
              <a:rPr lang="en-US" noProof="0" smtClean="0"/>
              <a:t>8/6/2026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D2F9AB-3C90-481E-8C34-4F549BF455D7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917179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D2F9AB-3C90-481E-8C34-4F549BF455D7}" type="slidenum">
              <a:rPr lang="en-US" noProof="0" smtClean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997929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74DC0E-DF23-87FD-7007-3C9DADCB79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567087-BDC9-ABD4-1E35-FA7D63F914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D93E69-43E9-A9E8-BC9C-C4C19F48B6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EB27C5-D4E9-FACC-F547-C257FDAECA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6953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5E22DC-D7A5-5485-DCE9-8EEBF9C402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0CDCB2-5772-4C12-599D-2815626244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EAD096-4179-87EC-8114-051E8441D9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DD90E2-6D20-3A3B-FD9D-30514E1CDA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7328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7BF210-E921-0F90-2BEB-7E202F0323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0DCF50-78CE-4A25-47B7-BA95CE7C7D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26047E-D180-432F-41F6-843B0E3628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99E198-0A42-9C69-2234-1A8B240561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0018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42B11E-C1DD-D560-98FF-93E28BA5F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294103-EAD6-4E0B-4F87-98C6FFA7A1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54C7ED-602A-4E92-72AC-BB2EEE564B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DFE7BA-055A-ED5E-E503-C3143ABC16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3447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D2F9AB-3C90-481E-8C34-4F549BF455D7}" type="slidenum">
              <a:rPr lang="en-US" noProof="0" smtClean="0"/>
              <a:t>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369973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able 8">
            <a:extLst>
              <a:ext uri="{FF2B5EF4-FFF2-40B4-BE49-F238E27FC236}">
                <a16:creationId xmlns:a16="http://schemas.microsoft.com/office/drawing/2014/main" id="{EA812700-4F7B-0919-A294-CC362E4BD2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450590889"/>
              </p:ext>
            </p:extLst>
          </p:nvPr>
        </p:nvGraphicFramePr>
        <p:xfrm>
          <a:off x="7462835" y="420624"/>
          <a:ext cx="4297680" cy="6016752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29768">
                  <a:extLst>
                    <a:ext uri="{9D8B030D-6E8A-4147-A177-3AD203B41FA5}">
                      <a16:colId xmlns:a16="http://schemas.microsoft.com/office/drawing/2014/main" val="3227434602"/>
                    </a:ext>
                  </a:extLst>
                </a:gridCol>
                <a:gridCol w="429768">
                  <a:extLst>
                    <a:ext uri="{9D8B030D-6E8A-4147-A177-3AD203B41FA5}">
                      <a16:colId xmlns:a16="http://schemas.microsoft.com/office/drawing/2014/main" val="2679191072"/>
                    </a:ext>
                  </a:extLst>
                </a:gridCol>
                <a:gridCol w="429768">
                  <a:extLst>
                    <a:ext uri="{9D8B030D-6E8A-4147-A177-3AD203B41FA5}">
                      <a16:colId xmlns:a16="http://schemas.microsoft.com/office/drawing/2014/main" val="3275508775"/>
                    </a:ext>
                  </a:extLst>
                </a:gridCol>
                <a:gridCol w="429768">
                  <a:extLst>
                    <a:ext uri="{9D8B030D-6E8A-4147-A177-3AD203B41FA5}">
                      <a16:colId xmlns:a16="http://schemas.microsoft.com/office/drawing/2014/main" val="4103063430"/>
                    </a:ext>
                  </a:extLst>
                </a:gridCol>
                <a:gridCol w="429768">
                  <a:extLst>
                    <a:ext uri="{9D8B030D-6E8A-4147-A177-3AD203B41FA5}">
                      <a16:colId xmlns:a16="http://schemas.microsoft.com/office/drawing/2014/main" val="4218281584"/>
                    </a:ext>
                  </a:extLst>
                </a:gridCol>
                <a:gridCol w="429768">
                  <a:extLst>
                    <a:ext uri="{9D8B030D-6E8A-4147-A177-3AD203B41FA5}">
                      <a16:colId xmlns:a16="http://schemas.microsoft.com/office/drawing/2014/main" val="503927227"/>
                    </a:ext>
                  </a:extLst>
                </a:gridCol>
                <a:gridCol w="429768">
                  <a:extLst>
                    <a:ext uri="{9D8B030D-6E8A-4147-A177-3AD203B41FA5}">
                      <a16:colId xmlns:a16="http://schemas.microsoft.com/office/drawing/2014/main" val="342415256"/>
                    </a:ext>
                  </a:extLst>
                </a:gridCol>
                <a:gridCol w="429768">
                  <a:extLst>
                    <a:ext uri="{9D8B030D-6E8A-4147-A177-3AD203B41FA5}">
                      <a16:colId xmlns:a16="http://schemas.microsoft.com/office/drawing/2014/main" val="2092302351"/>
                    </a:ext>
                  </a:extLst>
                </a:gridCol>
                <a:gridCol w="429768">
                  <a:extLst>
                    <a:ext uri="{9D8B030D-6E8A-4147-A177-3AD203B41FA5}">
                      <a16:colId xmlns:a16="http://schemas.microsoft.com/office/drawing/2014/main" val="2258278874"/>
                    </a:ext>
                  </a:extLst>
                </a:gridCol>
                <a:gridCol w="429768">
                  <a:extLst>
                    <a:ext uri="{9D8B030D-6E8A-4147-A177-3AD203B41FA5}">
                      <a16:colId xmlns:a16="http://schemas.microsoft.com/office/drawing/2014/main" val="539162799"/>
                    </a:ext>
                  </a:extLst>
                </a:gridCol>
              </a:tblGrid>
              <a:tr h="42976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664993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486137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612509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2521216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8400337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0747136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9772814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7978386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760475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102756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285068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591270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0670666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8701284"/>
                  </a:ext>
                </a:extLst>
              </a:tr>
            </a:tbl>
          </a:graphicData>
        </a:graphic>
      </p:graphicFrame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0AC4C118-FE51-F865-E568-064EE73546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885113" y="2576052"/>
            <a:ext cx="3451225" cy="2998633"/>
          </a:xfrm>
          <a:solidFill>
            <a:schemeClr val="accent2"/>
          </a:solidFill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80868302-0413-1A88-A081-46FCFEC829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4128" y="589938"/>
            <a:ext cx="9802761" cy="3519949"/>
          </a:xfrm>
        </p:spPr>
        <p:txBody>
          <a:bodyPr/>
          <a:lstStyle>
            <a:lvl1pPr>
              <a:lnSpc>
                <a:spcPct val="90000"/>
              </a:lnSpc>
              <a:defRPr sz="8000"/>
            </a:lvl1pPr>
          </a:lstStyle>
          <a:p>
            <a:r>
              <a:rPr lang="en-US" dirty="0"/>
              <a:t>add title </a:t>
            </a:r>
            <a:br>
              <a:rPr lang="en-US" dirty="0"/>
            </a:br>
            <a:r>
              <a:rPr lang="en-US" dirty="0"/>
              <a:t>here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1C507B-2DF1-964E-FD34-1B05D239541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0" y="5142271"/>
            <a:ext cx="3322638" cy="90482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28575">
            <a:solidFill>
              <a:schemeClr val="bg1"/>
            </a:solidFill>
          </a:ln>
        </p:spPr>
        <p:txBody>
          <a:bodyPr>
            <a:noAutofit/>
          </a:bodyPr>
          <a:lstStyle>
            <a:lvl1pPr marL="0" indent="0" algn="ctr">
              <a:buNone/>
              <a:defRPr sz="1600"/>
            </a:lvl1pPr>
            <a:lvl2pPr marL="324000" indent="0" algn="ctr">
              <a:buNone/>
              <a:defRPr sz="1600"/>
            </a:lvl2pPr>
            <a:lvl3pPr marL="630000" indent="0" algn="ctr">
              <a:buNone/>
              <a:defRPr sz="1600"/>
            </a:lvl3pPr>
            <a:lvl4pPr marL="1008000" indent="0" algn="ctr">
              <a:buNone/>
              <a:defRPr sz="1600"/>
            </a:lvl4pPr>
            <a:lvl5pPr marL="1368000" indent="0" algn="ctr">
              <a:buNone/>
              <a:defRPr sz="1600"/>
            </a:lvl5pPr>
          </a:lstStyle>
          <a:p>
            <a:pPr lvl="0"/>
            <a:r>
              <a:rPr lang="en-US" dirty="0"/>
              <a:t>Add subtitle here</a:t>
            </a:r>
          </a:p>
        </p:txBody>
      </p:sp>
    </p:spTree>
    <p:extLst>
      <p:ext uri="{BB962C8B-B14F-4D97-AF65-F5344CB8AC3E}">
        <p14:creationId xmlns:p14="http://schemas.microsoft.com/office/powerpoint/2010/main" val="32997205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Table 8">
            <a:extLst>
              <a:ext uri="{FF2B5EF4-FFF2-40B4-BE49-F238E27FC236}">
                <a16:creationId xmlns:a16="http://schemas.microsoft.com/office/drawing/2014/main" id="{EBF8DFED-2B0F-8F5E-DBAA-98D765435F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864638672"/>
              </p:ext>
            </p:extLst>
          </p:nvPr>
        </p:nvGraphicFramePr>
        <p:xfrm>
          <a:off x="434810" y="420624"/>
          <a:ext cx="11322380" cy="6016752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66119">
                  <a:extLst>
                    <a:ext uri="{9D8B030D-6E8A-4147-A177-3AD203B41FA5}">
                      <a16:colId xmlns:a16="http://schemas.microsoft.com/office/drawing/2014/main" val="3227434602"/>
                    </a:ext>
                  </a:extLst>
                </a:gridCol>
                <a:gridCol w="566119">
                  <a:extLst>
                    <a:ext uri="{9D8B030D-6E8A-4147-A177-3AD203B41FA5}">
                      <a16:colId xmlns:a16="http://schemas.microsoft.com/office/drawing/2014/main" val="3419189744"/>
                    </a:ext>
                  </a:extLst>
                </a:gridCol>
                <a:gridCol w="566119">
                  <a:extLst>
                    <a:ext uri="{9D8B030D-6E8A-4147-A177-3AD203B41FA5}">
                      <a16:colId xmlns:a16="http://schemas.microsoft.com/office/drawing/2014/main" val="2679191072"/>
                    </a:ext>
                  </a:extLst>
                </a:gridCol>
                <a:gridCol w="566119">
                  <a:extLst>
                    <a:ext uri="{9D8B030D-6E8A-4147-A177-3AD203B41FA5}">
                      <a16:colId xmlns:a16="http://schemas.microsoft.com/office/drawing/2014/main" val="2978856169"/>
                    </a:ext>
                  </a:extLst>
                </a:gridCol>
                <a:gridCol w="566119">
                  <a:extLst>
                    <a:ext uri="{9D8B030D-6E8A-4147-A177-3AD203B41FA5}">
                      <a16:colId xmlns:a16="http://schemas.microsoft.com/office/drawing/2014/main" val="3275508775"/>
                    </a:ext>
                  </a:extLst>
                </a:gridCol>
                <a:gridCol w="566119">
                  <a:extLst>
                    <a:ext uri="{9D8B030D-6E8A-4147-A177-3AD203B41FA5}">
                      <a16:colId xmlns:a16="http://schemas.microsoft.com/office/drawing/2014/main" val="2818438643"/>
                    </a:ext>
                  </a:extLst>
                </a:gridCol>
                <a:gridCol w="566119">
                  <a:extLst>
                    <a:ext uri="{9D8B030D-6E8A-4147-A177-3AD203B41FA5}">
                      <a16:colId xmlns:a16="http://schemas.microsoft.com/office/drawing/2014/main" val="4103063430"/>
                    </a:ext>
                  </a:extLst>
                </a:gridCol>
                <a:gridCol w="566119">
                  <a:extLst>
                    <a:ext uri="{9D8B030D-6E8A-4147-A177-3AD203B41FA5}">
                      <a16:colId xmlns:a16="http://schemas.microsoft.com/office/drawing/2014/main" val="1109330882"/>
                    </a:ext>
                  </a:extLst>
                </a:gridCol>
                <a:gridCol w="566119">
                  <a:extLst>
                    <a:ext uri="{9D8B030D-6E8A-4147-A177-3AD203B41FA5}">
                      <a16:colId xmlns:a16="http://schemas.microsoft.com/office/drawing/2014/main" val="4218281584"/>
                    </a:ext>
                  </a:extLst>
                </a:gridCol>
                <a:gridCol w="566119">
                  <a:extLst>
                    <a:ext uri="{9D8B030D-6E8A-4147-A177-3AD203B41FA5}">
                      <a16:colId xmlns:a16="http://schemas.microsoft.com/office/drawing/2014/main" val="1611426398"/>
                    </a:ext>
                  </a:extLst>
                </a:gridCol>
                <a:gridCol w="566119">
                  <a:extLst>
                    <a:ext uri="{9D8B030D-6E8A-4147-A177-3AD203B41FA5}">
                      <a16:colId xmlns:a16="http://schemas.microsoft.com/office/drawing/2014/main" val="503927227"/>
                    </a:ext>
                  </a:extLst>
                </a:gridCol>
                <a:gridCol w="566119">
                  <a:extLst>
                    <a:ext uri="{9D8B030D-6E8A-4147-A177-3AD203B41FA5}">
                      <a16:colId xmlns:a16="http://schemas.microsoft.com/office/drawing/2014/main" val="2015270961"/>
                    </a:ext>
                  </a:extLst>
                </a:gridCol>
                <a:gridCol w="566119">
                  <a:extLst>
                    <a:ext uri="{9D8B030D-6E8A-4147-A177-3AD203B41FA5}">
                      <a16:colId xmlns:a16="http://schemas.microsoft.com/office/drawing/2014/main" val="342415256"/>
                    </a:ext>
                  </a:extLst>
                </a:gridCol>
                <a:gridCol w="566119">
                  <a:extLst>
                    <a:ext uri="{9D8B030D-6E8A-4147-A177-3AD203B41FA5}">
                      <a16:colId xmlns:a16="http://schemas.microsoft.com/office/drawing/2014/main" val="3483353207"/>
                    </a:ext>
                  </a:extLst>
                </a:gridCol>
                <a:gridCol w="566119">
                  <a:extLst>
                    <a:ext uri="{9D8B030D-6E8A-4147-A177-3AD203B41FA5}">
                      <a16:colId xmlns:a16="http://schemas.microsoft.com/office/drawing/2014/main" val="2092302351"/>
                    </a:ext>
                  </a:extLst>
                </a:gridCol>
                <a:gridCol w="566119">
                  <a:extLst>
                    <a:ext uri="{9D8B030D-6E8A-4147-A177-3AD203B41FA5}">
                      <a16:colId xmlns:a16="http://schemas.microsoft.com/office/drawing/2014/main" val="3068012968"/>
                    </a:ext>
                  </a:extLst>
                </a:gridCol>
                <a:gridCol w="566119">
                  <a:extLst>
                    <a:ext uri="{9D8B030D-6E8A-4147-A177-3AD203B41FA5}">
                      <a16:colId xmlns:a16="http://schemas.microsoft.com/office/drawing/2014/main" val="2258278874"/>
                    </a:ext>
                  </a:extLst>
                </a:gridCol>
                <a:gridCol w="566119">
                  <a:extLst>
                    <a:ext uri="{9D8B030D-6E8A-4147-A177-3AD203B41FA5}">
                      <a16:colId xmlns:a16="http://schemas.microsoft.com/office/drawing/2014/main" val="1953257001"/>
                    </a:ext>
                  </a:extLst>
                </a:gridCol>
                <a:gridCol w="566119">
                  <a:extLst>
                    <a:ext uri="{9D8B030D-6E8A-4147-A177-3AD203B41FA5}">
                      <a16:colId xmlns:a16="http://schemas.microsoft.com/office/drawing/2014/main" val="539162799"/>
                    </a:ext>
                  </a:extLst>
                </a:gridCol>
                <a:gridCol w="566119">
                  <a:extLst>
                    <a:ext uri="{9D8B030D-6E8A-4147-A177-3AD203B41FA5}">
                      <a16:colId xmlns:a16="http://schemas.microsoft.com/office/drawing/2014/main" val="1367589565"/>
                    </a:ext>
                  </a:extLst>
                </a:gridCol>
              </a:tblGrid>
              <a:tr h="859536">
                <a:tc gridSpan="20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664993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612509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2521216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8400337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0747136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9772814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7978386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760475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102756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285068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591270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0670666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8701284"/>
                  </a:ext>
                </a:extLst>
              </a:tr>
            </a:tbl>
          </a:graphicData>
        </a:graphic>
      </p:graphicFrame>
      <p:sp>
        <p:nvSpPr>
          <p:cNvPr id="7" name="Title 6">
            <a:extLst>
              <a:ext uri="{FF2B5EF4-FFF2-40B4-BE49-F238E27FC236}">
                <a16:creationId xmlns:a16="http://schemas.microsoft.com/office/drawing/2014/main" id="{80868302-0413-1A88-A081-46FCFEC829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5605" y="420624"/>
            <a:ext cx="11300791" cy="824949"/>
          </a:xfrm>
        </p:spPr>
        <p:txBody>
          <a:bodyPr anchor="ctr"/>
          <a:lstStyle>
            <a:lvl1pPr algn="ctr">
              <a:lnSpc>
                <a:spcPct val="90000"/>
              </a:lnSpc>
              <a:defRPr sz="2800" b="0"/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1C507B-2DF1-964E-FD34-1B05D239541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35261" y="1659392"/>
            <a:ext cx="2252101" cy="2252208"/>
          </a:xfrm>
          <a:prstGeom prst="roundRect">
            <a:avLst>
              <a:gd name="adj" fmla="val 0"/>
            </a:avLst>
          </a:prstGeom>
          <a:solidFill>
            <a:schemeClr val="accent3"/>
          </a:solidFill>
          <a:ln w="25400">
            <a:solidFill>
              <a:schemeClr val="bg1"/>
            </a:solidFill>
          </a:ln>
        </p:spPr>
        <p:txBody>
          <a:bodyPr tIns="457200" anchor="t">
            <a:noAutofit/>
          </a:bodyPr>
          <a:lstStyle>
            <a:lvl1pPr marL="0" indent="0" algn="ctr">
              <a:buNone/>
              <a:defRPr sz="2400" cap="all" baseline="0"/>
            </a:lvl1pPr>
            <a:lvl2pPr marL="324000" indent="0" algn="ctr">
              <a:buNone/>
              <a:defRPr sz="1600"/>
            </a:lvl2pPr>
            <a:lvl3pPr marL="630000" indent="0" algn="ctr">
              <a:buNone/>
              <a:defRPr sz="1600"/>
            </a:lvl3pPr>
            <a:lvl4pPr marL="1008000" indent="0" algn="ctr">
              <a:buNone/>
              <a:defRPr sz="1600"/>
            </a:lvl4pPr>
            <a:lvl5pPr marL="1368000" indent="0" algn="ctr">
              <a:buNone/>
              <a:defRPr sz="1600"/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1BAEDB1-AAC6-8012-7AC3-CC75D0096F4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1572311" y="2651125"/>
            <a:ext cx="1778000" cy="996950"/>
          </a:xfrm>
        </p:spPr>
        <p:txBody>
          <a:bodyPr anchor="t">
            <a:norm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marL="324000" indent="0">
              <a:buNone/>
              <a:defRPr/>
            </a:lvl2pPr>
            <a:lvl3pPr marL="630000" indent="0">
              <a:buNone/>
              <a:defRPr/>
            </a:lvl3pPr>
            <a:lvl4pPr marL="1008000" indent="0">
              <a:buNone/>
              <a:defRPr/>
            </a:lvl4pPr>
            <a:lvl5pPr marL="13680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ADF2E8A7-89F2-752F-0DF7-B05CD19E593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69949" y="1679712"/>
            <a:ext cx="2252101" cy="2252208"/>
          </a:xfrm>
          <a:prstGeom prst="roundRect">
            <a:avLst>
              <a:gd name="adj" fmla="val 0"/>
            </a:avLst>
          </a:prstGeom>
          <a:solidFill>
            <a:schemeClr val="accent3"/>
          </a:solidFill>
          <a:ln w="25400">
            <a:solidFill>
              <a:schemeClr val="bg1"/>
            </a:solidFill>
          </a:ln>
        </p:spPr>
        <p:txBody>
          <a:bodyPr tIns="457200" anchor="t">
            <a:noAutofit/>
          </a:bodyPr>
          <a:lstStyle>
            <a:lvl1pPr marL="0" indent="0" algn="ctr">
              <a:buNone/>
              <a:defRPr sz="2400" cap="all" baseline="0"/>
            </a:lvl1pPr>
            <a:lvl2pPr marL="324000" indent="0" algn="ctr">
              <a:buNone/>
              <a:defRPr sz="1600"/>
            </a:lvl2pPr>
            <a:lvl3pPr marL="630000" indent="0" algn="ctr">
              <a:buNone/>
              <a:defRPr sz="1600"/>
            </a:lvl3pPr>
            <a:lvl4pPr marL="1008000" indent="0" algn="ctr">
              <a:buNone/>
              <a:defRPr sz="1600"/>
            </a:lvl4pPr>
            <a:lvl5pPr marL="1368000" indent="0" algn="ctr">
              <a:buNone/>
              <a:defRPr sz="1600"/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586CD862-4539-E57E-AB29-3C732F86C5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white">
          <a:xfrm>
            <a:off x="5206999" y="2671445"/>
            <a:ext cx="1778000" cy="996950"/>
          </a:xfrm>
        </p:spPr>
        <p:txBody>
          <a:bodyPr anchor="t">
            <a:norm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marL="324000" indent="0">
              <a:buNone/>
              <a:defRPr/>
            </a:lvl2pPr>
            <a:lvl3pPr marL="630000" indent="0">
              <a:buNone/>
              <a:defRPr/>
            </a:lvl3pPr>
            <a:lvl4pPr marL="1008000" indent="0">
              <a:buNone/>
              <a:defRPr/>
            </a:lvl4pPr>
            <a:lvl5pPr marL="13680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87327351-F712-4BD7-35A2-EA8933FD887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 rot="202674">
            <a:off x="8614539" y="1664021"/>
            <a:ext cx="2252101" cy="2252208"/>
          </a:xfrm>
          <a:prstGeom prst="roundRect">
            <a:avLst>
              <a:gd name="adj" fmla="val 0"/>
            </a:avLst>
          </a:prstGeom>
          <a:solidFill>
            <a:schemeClr val="accent3"/>
          </a:solidFill>
          <a:ln w="25400">
            <a:solidFill>
              <a:schemeClr val="bg1"/>
            </a:solidFill>
          </a:ln>
        </p:spPr>
        <p:txBody>
          <a:bodyPr tIns="457200" anchor="t">
            <a:noAutofit/>
          </a:bodyPr>
          <a:lstStyle>
            <a:lvl1pPr marL="0" indent="0" algn="ctr">
              <a:buNone/>
              <a:defRPr sz="2400" cap="all" baseline="0"/>
            </a:lvl1pPr>
            <a:lvl2pPr marL="324000" indent="0" algn="ctr">
              <a:buNone/>
              <a:defRPr sz="1600"/>
            </a:lvl2pPr>
            <a:lvl3pPr marL="630000" indent="0" algn="ctr">
              <a:buNone/>
              <a:defRPr sz="1600"/>
            </a:lvl3pPr>
            <a:lvl4pPr marL="1008000" indent="0" algn="ctr">
              <a:buNone/>
              <a:defRPr sz="1600"/>
            </a:lvl4pPr>
            <a:lvl5pPr marL="1368000" indent="0" algn="ctr">
              <a:buNone/>
              <a:defRPr sz="1600"/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6CB9E4AC-A2E5-545F-FFF7-625B1BB7A8C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white">
          <a:xfrm rot="202674">
            <a:off x="8851589" y="2655754"/>
            <a:ext cx="1778000" cy="996950"/>
          </a:xfrm>
        </p:spPr>
        <p:txBody>
          <a:bodyPr anchor="t">
            <a:norm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marL="324000" indent="0">
              <a:buNone/>
              <a:defRPr/>
            </a:lvl2pPr>
            <a:lvl3pPr marL="630000" indent="0">
              <a:buNone/>
              <a:defRPr/>
            </a:lvl3pPr>
            <a:lvl4pPr marL="1008000" indent="0">
              <a:buNone/>
              <a:defRPr/>
            </a:lvl4pPr>
            <a:lvl5pPr marL="13680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91244D88-9A35-9B80-EAFF-3557C9EB032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 rot="21388604">
            <a:off x="3100080" y="3715147"/>
            <a:ext cx="2252101" cy="2252208"/>
          </a:xfrm>
          <a:prstGeom prst="roundRect">
            <a:avLst>
              <a:gd name="adj" fmla="val 0"/>
            </a:avLst>
          </a:prstGeom>
          <a:solidFill>
            <a:schemeClr val="accent3"/>
          </a:solidFill>
          <a:ln w="25400">
            <a:solidFill>
              <a:schemeClr val="bg1"/>
            </a:solidFill>
          </a:ln>
        </p:spPr>
        <p:txBody>
          <a:bodyPr tIns="457200" anchor="t">
            <a:noAutofit/>
          </a:bodyPr>
          <a:lstStyle>
            <a:lvl1pPr marL="0" indent="0" algn="ctr">
              <a:buNone/>
              <a:defRPr sz="2400" cap="all" baseline="0"/>
            </a:lvl1pPr>
            <a:lvl2pPr marL="324000" indent="0" algn="ctr">
              <a:buNone/>
              <a:defRPr sz="1600"/>
            </a:lvl2pPr>
            <a:lvl3pPr marL="630000" indent="0" algn="ctr">
              <a:buNone/>
              <a:defRPr sz="1600"/>
            </a:lvl3pPr>
            <a:lvl4pPr marL="1008000" indent="0" algn="ctr">
              <a:buNone/>
              <a:defRPr sz="1600"/>
            </a:lvl4pPr>
            <a:lvl5pPr marL="1368000" indent="0" algn="ctr">
              <a:buNone/>
              <a:defRPr sz="1600"/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20" name="Text Placeholder 13">
            <a:extLst>
              <a:ext uri="{FF2B5EF4-FFF2-40B4-BE49-F238E27FC236}">
                <a16:creationId xmlns:a16="http://schemas.microsoft.com/office/drawing/2014/main" id="{51544572-3326-C8E8-C7E7-FFFA5A2D68B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white">
          <a:xfrm rot="21388604">
            <a:off x="3337130" y="4706880"/>
            <a:ext cx="1778000" cy="996950"/>
          </a:xfrm>
        </p:spPr>
        <p:txBody>
          <a:bodyPr anchor="t">
            <a:norm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marL="324000" indent="0">
              <a:buNone/>
              <a:defRPr/>
            </a:lvl2pPr>
            <a:lvl3pPr marL="630000" indent="0">
              <a:buNone/>
              <a:defRPr/>
            </a:lvl3pPr>
            <a:lvl4pPr marL="1008000" indent="0">
              <a:buNone/>
              <a:defRPr/>
            </a:lvl4pPr>
            <a:lvl5pPr marL="13680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723B9AE5-89C8-9E36-A1BF-9CE4E268067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847484" y="3709035"/>
            <a:ext cx="2252101" cy="2252208"/>
          </a:xfrm>
          <a:prstGeom prst="roundRect">
            <a:avLst>
              <a:gd name="adj" fmla="val 0"/>
            </a:avLst>
          </a:prstGeom>
          <a:solidFill>
            <a:schemeClr val="accent3"/>
          </a:solidFill>
          <a:ln w="25400">
            <a:solidFill>
              <a:schemeClr val="bg1"/>
            </a:solidFill>
          </a:ln>
        </p:spPr>
        <p:txBody>
          <a:bodyPr tIns="457200" anchor="t">
            <a:noAutofit/>
          </a:bodyPr>
          <a:lstStyle>
            <a:lvl1pPr marL="0" indent="0" algn="ctr">
              <a:buNone/>
              <a:defRPr sz="2400" cap="all" baseline="0"/>
            </a:lvl1pPr>
            <a:lvl2pPr marL="324000" indent="0" algn="ctr">
              <a:buNone/>
              <a:defRPr sz="1600"/>
            </a:lvl2pPr>
            <a:lvl3pPr marL="630000" indent="0" algn="ctr">
              <a:buNone/>
              <a:defRPr sz="1600"/>
            </a:lvl3pPr>
            <a:lvl4pPr marL="1008000" indent="0" algn="ctr">
              <a:buNone/>
              <a:defRPr sz="1600"/>
            </a:lvl4pPr>
            <a:lvl5pPr marL="1368000" indent="0" algn="ctr">
              <a:buNone/>
              <a:defRPr sz="1600"/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22" name="Text Placeholder 13">
            <a:extLst>
              <a:ext uri="{FF2B5EF4-FFF2-40B4-BE49-F238E27FC236}">
                <a16:creationId xmlns:a16="http://schemas.microsoft.com/office/drawing/2014/main" id="{CD48AF07-4B45-FEDE-C05D-99E96E4540B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white">
          <a:xfrm>
            <a:off x="7084534" y="4700768"/>
            <a:ext cx="1778000" cy="996950"/>
          </a:xfrm>
        </p:spPr>
        <p:txBody>
          <a:bodyPr anchor="t">
            <a:norm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marL="324000" indent="0">
              <a:buNone/>
              <a:defRPr/>
            </a:lvl2pPr>
            <a:lvl3pPr marL="630000" indent="0">
              <a:buNone/>
              <a:defRPr/>
            </a:lvl3pPr>
            <a:lvl4pPr marL="1008000" indent="0">
              <a:buNone/>
              <a:defRPr/>
            </a:lvl4pPr>
            <a:lvl5pPr marL="13680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</p:spTree>
    <p:extLst>
      <p:ext uri="{BB962C8B-B14F-4D97-AF65-F5344CB8AC3E}">
        <p14:creationId xmlns:p14="http://schemas.microsoft.com/office/powerpoint/2010/main" val="37651389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CB329B88-C3B0-DEDF-BA89-4FECA7E20F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81693" y="393647"/>
            <a:ext cx="11228615" cy="6070706"/>
            <a:chOff x="481693" y="393647"/>
            <a:chExt cx="11228615" cy="6070706"/>
          </a:xfrm>
        </p:grpSpPr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2757E85-6B04-10B8-38D8-C7DD17EA911F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4718952" y="1281179"/>
              <a:ext cx="6991354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30D9B5DE-71CB-6798-3C6E-54AAB7D4F8FC}"/>
                </a:ext>
              </a:extLst>
            </p:cNvPr>
            <p:cNvGrpSpPr/>
            <p:nvPr userDrawn="1"/>
          </p:nvGrpSpPr>
          <p:grpSpPr>
            <a:xfrm>
              <a:off x="481693" y="393647"/>
              <a:ext cx="11228615" cy="6070706"/>
              <a:chOff x="481693" y="393647"/>
              <a:chExt cx="11228615" cy="6070706"/>
            </a:xfrm>
          </p:grpSpPr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36663161-DCA7-1B0A-C207-F09ADAB86FB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 userDrawn="1"/>
            </p:nvGrpSpPr>
            <p:grpSpPr>
              <a:xfrm>
                <a:off x="481693" y="393647"/>
                <a:ext cx="11228615" cy="6070706"/>
                <a:chOff x="481693" y="393647"/>
                <a:chExt cx="11228615" cy="6070706"/>
              </a:xfrm>
            </p:grpSpPr>
            <p:sp>
              <p:nvSpPr>
                <p:cNvPr id="2" name="Rectangle 1">
                  <a:extLst>
                    <a:ext uri="{FF2B5EF4-FFF2-40B4-BE49-F238E27FC236}">
                      <a16:creationId xmlns:a16="http://schemas.microsoft.com/office/drawing/2014/main" id="{DE5A6159-3269-247C-FFBE-0940C19C2B48}"/>
                    </a:ext>
                  </a:extLst>
                </p:cNvPr>
                <p:cNvSpPr/>
                <p:nvPr userDrawn="1"/>
              </p:nvSpPr>
              <p:spPr>
                <a:xfrm>
                  <a:off x="481693" y="393648"/>
                  <a:ext cx="11228615" cy="6070705"/>
                </a:xfrm>
                <a:prstGeom prst="rect">
                  <a:avLst/>
                </a:prstGeom>
                <a:noFill/>
                <a:ln w="381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cxnSp>
              <p:nvCxnSpPr>
                <p:cNvPr id="4" name="Straight Connector 3">
                  <a:extLst>
                    <a:ext uri="{FF2B5EF4-FFF2-40B4-BE49-F238E27FC236}">
                      <a16:creationId xmlns:a16="http://schemas.microsoft.com/office/drawing/2014/main" id="{36AA070F-54CD-7244-E817-D1EEAEAE37D4}"/>
                    </a:ext>
                  </a:extLst>
                </p:cNvPr>
                <p:cNvCxnSpPr>
                  <a:cxnSpLocks/>
                </p:cNvCxnSpPr>
                <p:nvPr userDrawn="1"/>
              </p:nvCxnSpPr>
              <p:spPr>
                <a:xfrm>
                  <a:off x="4718957" y="393647"/>
                  <a:ext cx="0" cy="6070706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" name="Straight Connector 5">
                  <a:extLst>
                    <a:ext uri="{FF2B5EF4-FFF2-40B4-BE49-F238E27FC236}">
                      <a16:creationId xmlns:a16="http://schemas.microsoft.com/office/drawing/2014/main" id="{4B2AF797-9409-ECDA-DB46-07EC4F37F60E}"/>
                    </a:ext>
                  </a:extLst>
                </p:cNvPr>
                <p:cNvCxnSpPr/>
                <p:nvPr userDrawn="1"/>
              </p:nvCxnSpPr>
              <p:spPr>
                <a:xfrm>
                  <a:off x="10863943" y="5878287"/>
                  <a:ext cx="0" cy="586066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" name="Straight Connector 7">
                  <a:extLst>
                    <a:ext uri="{FF2B5EF4-FFF2-40B4-BE49-F238E27FC236}">
                      <a16:creationId xmlns:a16="http://schemas.microsoft.com/office/drawing/2014/main" id="{08123A1E-CFCD-A97E-0315-FE69EDB804D7}"/>
                    </a:ext>
                  </a:extLst>
                </p:cNvPr>
                <p:cNvCxnSpPr>
                  <a:cxnSpLocks/>
                </p:cNvCxnSpPr>
                <p:nvPr userDrawn="1"/>
              </p:nvCxnSpPr>
              <p:spPr>
                <a:xfrm>
                  <a:off x="481693" y="3159704"/>
                  <a:ext cx="4237254" cy="0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8F8BCC96-50C0-4DBF-F6DC-4BDFF75A2321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4718957" y="5878287"/>
                <a:ext cx="6991349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9E4F8DC2-6173-797C-063C-ABCB0683591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99111" y="3159698"/>
            <a:ext cx="4217394" cy="3289363"/>
          </a:xfrm>
          <a:ln w="12700">
            <a:noFill/>
          </a:ln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1C507B-2DF1-964E-FD34-1B05D239541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18947" y="403472"/>
            <a:ext cx="6991355" cy="862432"/>
          </a:xfrm>
          <a:prstGeom prst="roundRect">
            <a:avLst>
              <a:gd name="adj" fmla="val 0"/>
            </a:avLst>
          </a:prstGeom>
          <a:noFill/>
          <a:ln w="25400">
            <a:noFill/>
          </a:ln>
        </p:spPr>
        <p:txBody>
          <a:bodyPr tIns="0" bIns="0" anchor="ctr">
            <a:noAutofit/>
          </a:bodyPr>
          <a:lstStyle>
            <a:lvl1pPr marL="0" indent="0" algn="ctr">
              <a:buNone/>
              <a:defRPr sz="2000" cap="all" baseline="0"/>
            </a:lvl1pPr>
            <a:lvl2pPr marL="324000" indent="0" algn="ctr">
              <a:buNone/>
              <a:defRPr sz="1600"/>
            </a:lvl2pPr>
            <a:lvl3pPr marL="630000" indent="0" algn="ctr">
              <a:buNone/>
              <a:defRPr sz="1600"/>
            </a:lvl3pPr>
            <a:lvl4pPr marL="1008000" indent="0" algn="ctr">
              <a:buNone/>
              <a:defRPr sz="1600"/>
            </a:lvl4pPr>
            <a:lvl5pPr marL="1368000" indent="0" algn="ctr">
              <a:buNone/>
              <a:defRPr sz="1600"/>
            </a:lvl5pPr>
          </a:lstStyle>
          <a:p>
            <a:pPr lvl="0"/>
            <a:r>
              <a:rPr lang="en-US" dirty="0"/>
              <a:t>Add subtitle here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8308474B-1816-77B5-FB6C-C41A741699D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260616" y="1749732"/>
            <a:ext cx="914400" cy="914400"/>
          </a:xfrm>
        </p:spPr>
        <p:txBody>
          <a:bodyPr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1BAEDB1-AAC6-8012-7AC3-CC75D0096F4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364549" y="1877962"/>
            <a:ext cx="4801647" cy="698090"/>
          </a:xfrm>
        </p:spPr>
        <p:txBody>
          <a:bodyPr anchor="t">
            <a:norm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marL="324000" indent="0">
              <a:buNone/>
              <a:defRPr/>
            </a:lvl2pPr>
            <a:lvl3pPr marL="630000" indent="0">
              <a:buNone/>
              <a:defRPr/>
            </a:lvl3pPr>
            <a:lvl4pPr marL="1008000" indent="0">
              <a:buNone/>
              <a:defRPr/>
            </a:lvl4pPr>
            <a:lvl5pPr marL="13680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3" name="Picture Placeholder 30">
            <a:extLst>
              <a:ext uri="{FF2B5EF4-FFF2-40B4-BE49-F238E27FC236}">
                <a16:creationId xmlns:a16="http://schemas.microsoft.com/office/drawing/2014/main" id="{B6BA8D7D-BBDF-6842-52E2-26BE7BD4B4D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260616" y="3136491"/>
            <a:ext cx="914400" cy="914400"/>
          </a:xfrm>
        </p:spPr>
        <p:txBody>
          <a:bodyPr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D7EED23F-2C80-CBC0-124A-91B34EAC31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64549" y="3244646"/>
            <a:ext cx="4801647" cy="698090"/>
          </a:xfrm>
        </p:spPr>
        <p:txBody>
          <a:bodyPr anchor="t">
            <a:norm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marL="324000" indent="0">
              <a:buNone/>
              <a:defRPr/>
            </a:lvl2pPr>
            <a:lvl3pPr marL="630000" indent="0">
              <a:buNone/>
              <a:defRPr/>
            </a:lvl3pPr>
            <a:lvl4pPr marL="1008000" indent="0">
              <a:buNone/>
              <a:defRPr/>
            </a:lvl4pPr>
            <a:lvl5pPr marL="13680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4" name="Picture Placeholder 30">
            <a:extLst>
              <a:ext uri="{FF2B5EF4-FFF2-40B4-BE49-F238E27FC236}">
                <a16:creationId xmlns:a16="http://schemas.microsoft.com/office/drawing/2014/main" id="{B285BD9D-24CC-50AA-05B8-39DBBCC0EA5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260616" y="4450151"/>
            <a:ext cx="914400" cy="914400"/>
          </a:xfrm>
        </p:spPr>
        <p:txBody>
          <a:bodyPr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13">
            <a:extLst>
              <a:ext uri="{FF2B5EF4-FFF2-40B4-BE49-F238E27FC236}">
                <a16:creationId xmlns:a16="http://schemas.microsoft.com/office/drawing/2014/main" id="{2A278560-5EC9-91F3-0DF2-A947D892A58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64549" y="4558306"/>
            <a:ext cx="4801647" cy="698090"/>
          </a:xfrm>
        </p:spPr>
        <p:txBody>
          <a:bodyPr anchor="t">
            <a:norm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marL="324000" indent="0">
              <a:buNone/>
              <a:defRPr/>
            </a:lvl2pPr>
            <a:lvl3pPr marL="630000" indent="0">
              <a:buNone/>
              <a:defRPr/>
            </a:lvl3pPr>
            <a:lvl4pPr marL="1008000" indent="0">
              <a:buNone/>
              <a:defRPr/>
            </a:lvl4pPr>
            <a:lvl5pPr marL="13680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6" name="Footer Placeholder 4">
            <a:extLst>
              <a:ext uri="{FF2B5EF4-FFF2-40B4-BE49-F238E27FC236}">
                <a16:creationId xmlns:a16="http://schemas.microsoft.com/office/drawing/2014/main" id="{DB49BBE5-CCBB-7C39-D34E-E82C25AA57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2252" y="5994209"/>
            <a:ext cx="593328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footer</a:t>
            </a:r>
          </a:p>
        </p:txBody>
      </p:sp>
      <p:sp>
        <p:nvSpPr>
          <p:cNvPr id="27" name="Slide Number Placeholder 5">
            <a:extLst>
              <a:ext uri="{FF2B5EF4-FFF2-40B4-BE49-F238E27FC236}">
                <a16:creationId xmlns:a16="http://schemas.microsoft.com/office/drawing/2014/main" id="{2AB94E18-4F07-B724-9D3D-4480193774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62182" y="5994209"/>
            <a:ext cx="474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80868302-0413-1A88-A081-46FCFEC829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0322" y="408568"/>
            <a:ext cx="4238625" cy="2751130"/>
          </a:xfrm>
          <a:ln w="12700">
            <a:solidFill>
              <a:schemeClr val="bg1"/>
            </a:solidFill>
          </a:ln>
        </p:spPr>
        <p:txBody>
          <a:bodyPr tIns="0" bIns="0" anchor="ctr"/>
          <a:lstStyle>
            <a:lvl1pPr algn="ctr">
              <a:lnSpc>
                <a:spcPct val="100000"/>
              </a:lnSpc>
              <a:defRPr sz="4000" b="1"/>
            </a:lvl1pPr>
          </a:lstStyle>
          <a:p>
            <a:r>
              <a:rPr lang="en-US" dirty="0"/>
              <a:t>Add title here</a:t>
            </a:r>
          </a:p>
        </p:txBody>
      </p:sp>
    </p:spTree>
    <p:extLst>
      <p:ext uri="{BB962C8B-B14F-4D97-AF65-F5344CB8AC3E}">
        <p14:creationId xmlns:p14="http://schemas.microsoft.com/office/powerpoint/2010/main" val="27313244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179551DA-AB5E-4A9C-38E9-26E265447B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81693" y="393647"/>
            <a:ext cx="11228615" cy="6070706"/>
            <a:chOff x="481693" y="393647"/>
            <a:chExt cx="11228615" cy="6070706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DE5A6159-3269-247C-FFBE-0940C19C2B48}"/>
                </a:ext>
              </a:extLst>
            </p:cNvPr>
            <p:cNvSpPr/>
            <p:nvPr userDrawn="1"/>
          </p:nvSpPr>
          <p:spPr>
            <a:xfrm>
              <a:off x="481693" y="393648"/>
              <a:ext cx="11228615" cy="6070705"/>
            </a:xfrm>
            <a:prstGeom prst="rect">
              <a:avLst/>
            </a:prstGeom>
            <a:no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36AA070F-54CD-7244-E817-D1EEAEAE37D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718957" y="393647"/>
              <a:ext cx="0" cy="6070706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4B2AF797-9409-ECDA-DB46-07EC4F37F60E}"/>
                </a:ext>
              </a:extLst>
            </p:cNvPr>
            <p:cNvCxnSpPr/>
            <p:nvPr userDrawn="1"/>
          </p:nvCxnSpPr>
          <p:spPr>
            <a:xfrm>
              <a:off x="10863943" y="5878287"/>
              <a:ext cx="0" cy="586066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2757E85-6B04-10B8-38D8-C7DD17EA911F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4718952" y="1281179"/>
              <a:ext cx="6991354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8F8BCC96-50C0-4DBF-F6DC-4BDFF75A232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718957" y="5878287"/>
              <a:ext cx="6991349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Title 6">
            <a:extLst>
              <a:ext uri="{FF2B5EF4-FFF2-40B4-BE49-F238E27FC236}">
                <a16:creationId xmlns:a16="http://schemas.microsoft.com/office/drawing/2014/main" id="{80868302-0413-1A88-A081-46FCFEC829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18272" y="393646"/>
            <a:ext cx="6955946" cy="867815"/>
          </a:xfrm>
        </p:spPr>
        <p:txBody>
          <a:bodyPr tIns="0" bIns="0" anchor="ctr"/>
          <a:lstStyle>
            <a:lvl1pPr algn="ctr">
              <a:lnSpc>
                <a:spcPct val="100000"/>
              </a:lnSpc>
              <a:defRPr sz="4000" b="1"/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9" name="Picture Placeholder 28">
            <a:extLst>
              <a:ext uri="{FF2B5EF4-FFF2-40B4-BE49-F238E27FC236}">
                <a16:creationId xmlns:a16="http://schemas.microsoft.com/office/drawing/2014/main" id="{1508BA2B-29F0-302A-67E4-83220898460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89199" y="413364"/>
            <a:ext cx="4238625" cy="3356579"/>
          </a:xfrm>
          <a:ln w="12700">
            <a:solidFill>
              <a:schemeClr val="bg1"/>
            </a:solidFill>
          </a:ln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9E4F8DC2-6173-797C-063C-ABCB0683591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89199" y="3765754"/>
            <a:ext cx="4238625" cy="2678881"/>
          </a:xfrm>
          <a:ln w="12700">
            <a:solidFill>
              <a:schemeClr val="bg1"/>
            </a:solidFill>
          </a:ln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1BAEDB1-AAC6-8012-7AC3-CC75D0096F4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79922" y="1877961"/>
            <a:ext cx="6066499" cy="3698859"/>
          </a:xfrm>
        </p:spPr>
        <p:txBody>
          <a:bodyPr anchor="t">
            <a:normAutofit/>
          </a:bodyPr>
          <a:lstStyle>
            <a:lvl1pPr marL="285750" indent="-285750" algn="l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/>
            </a:lvl1pPr>
            <a:lvl2pPr marL="324000" indent="0">
              <a:buNone/>
              <a:defRPr/>
            </a:lvl2pPr>
            <a:lvl3pPr marL="630000" indent="0">
              <a:buNone/>
              <a:defRPr/>
            </a:lvl3pPr>
            <a:lvl4pPr marL="1008000" indent="0">
              <a:buNone/>
              <a:defRPr/>
            </a:lvl4pPr>
            <a:lvl5pPr marL="13680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6" name="Footer Placeholder 4">
            <a:extLst>
              <a:ext uri="{FF2B5EF4-FFF2-40B4-BE49-F238E27FC236}">
                <a16:creationId xmlns:a16="http://schemas.microsoft.com/office/drawing/2014/main" id="{DB49BBE5-CCBB-7C39-D34E-E82C25AA57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2252" y="5994209"/>
            <a:ext cx="593328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footer</a:t>
            </a:r>
          </a:p>
        </p:txBody>
      </p:sp>
      <p:sp>
        <p:nvSpPr>
          <p:cNvPr id="27" name="Slide Number Placeholder 5">
            <a:extLst>
              <a:ext uri="{FF2B5EF4-FFF2-40B4-BE49-F238E27FC236}">
                <a16:creationId xmlns:a16="http://schemas.microsoft.com/office/drawing/2014/main" id="{2AB94E18-4F07-B724-9D3D-4480193774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62182" y="5994209"/>
            <a:ext cx="474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48817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Focus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0AA671-B458-75A5-FEDC-88210D8224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72440" y="393648"/>
            <a:ext cx="11247120" cy="6070705"/>
            <a:chOff x="472440" y="393648"/>
            <a:chExt cx="11247120" cy="6070705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D8070B43-A554-EF44-F090-0152A26B670B}"/>
                </a:ext>
              </a:extLst>
            </p:cNvPr>
            <p:cNvGrpSpPr/>
            <p:nvPr userDrawn="1"/>
          </p:nvGrpSpPr>
          <p:grpSpPr>
            <a:xfrm>
              <a:off x="4449018" y="3035782"/>
              <a:ext cx="3216339" cy="2488545"/>
              <a:chOff x="4493183" y="3035782"/>
              <a:chExt cx="3216339" cy="2488545"/>
            </a:xfrm>
          </p:grpSpPr>
          <p:sp>
            <p:nvSpPr>
              <p:cNvPr id="13" name="Rectangle: Rounded Corners 12">
                <a:extLst>
                  <a:ext uri="{FF2B5EF4-FFF2-40B4-BE49-F238E27FC236}">
                    <a16:creationId xmlns:a16="http://schemas.microsoft.com/office/drawing/2014/main" id="{35F32AC8-D0FB-5633-A246-97E5484338E2}"/>
                  </a:ext>
                </a:extLst>
              </p:cNvPr>
              <p:cNvSpPr/>
              <p:nvPr userDrawn="1"/>
            </p:nvSpPr>
            <p:spPr>
              <a:xfrm>
                <a:off x="4503887" y="3035782"/>
                <a:ext cx="3205635" cy="1048119"/>
              </a:xfrm>
              <a:prstGeom prst="roundRect">
                <a:avLst>
                  <a:gd name="adj" fmla="val 50000"/>
                </a:avLst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5" name="Rectangle: Rounded Corners 14">
                <a:extLst>
                  <a:ext uri="{FF2B5EF4-FFF2-40B4-BE49-F238E27FC236}">
                    <a16:creationId xmlns:a16="http://schemas.microsoft.com/office/drawing/2014/main" id="{82655351-4CA5-7030-797E-8AD884256DEB}"/>
                  </a:ext>
                </a:extLst>
              </p:cNvPr>
              <p:cNvSpPr/>
              <p:nvPr userDrawn="1"/>
            </p:nvSpPr>
            <p:spPr>
              <a:xfrm>
                <a:off x="4493183" y="4476208"/>
                <a:ext cx="3205635" cy="1048119"/>
              </a:xfrm>
              <a:prstGeom prst="roundRect">
                <a:avLst>
                  <a:gd name="adj" fmla="val 50000"/>
                </a:avLst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DE5A6159-3269-247C-FFBE-0940C19C2B48}"/>
                </a:ext>
              </a:extLst>
            </p:cNvPr>
            <p:cNvSpPr/>
            <p:nvPr userDrawn="1"/>
          </p:nvSpPr>
          <p:spPr>
            <a:xfrm>
              <a:off x="481693" y="393648"/>
              <a:ext cx="11228615" cy="6070705"/>
            </a:xfrm>
            <a:prstGeom prst="rect">
              <a:avLst/>
            </a:prstGeom>
            <a:no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F115498-45E0-83E4-6C2A-B0F8598CC349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472440" y="1291011"/>
              <a:ext cx="1124712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7CE35A2D-88FA-6FF8-0B67-6386DECEFBD0}"/>
                </a:ext>
              </a:extLst>
            </p:cNvPr>
            <p:cNvGrpSpPr/>
            <p:nvPr userDrawn="1"/>
          </p:nvGrpSpPr>
          <p:grpSpPr>
            <a:xfrm>
              <a:off x="481694" y="1300843"/>
              <a:ext cx="11228613" cy="5163510"/>
              <a:chOff x="481693" y="1300843"/>
              <a:chExt cx="11228613" cy="5163510"/>
            </a:xfrm>
          </p:grpSpPr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2C4006F0-8F76-A8D3-67AF-77573E5C34BC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4034129" y="1300843"/>
                <a:ext cx="0" cy="516351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0C515FE9-A175-C681-A291-4676AEF27BF3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8157873" y="1300843"/>
                <a:ext cx="0" cy="513736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2E1B1C58-815E-DA91-6DDD-C5DEEB6ADD88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H="1">
                <a:off x="481693" y="1300843"/>
                <a:ext cx="11228613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" name="Title 6">
            <a:extLst>
              <a:ext uri="{FF2B5EF4-FFF2-40B4-BE49-F238E27FC236}">
                <a16:creationId xmlns:a16="http://schemas.microsoft.com/office/drawing/2014/main" id="{80868302-0413-1A88-A081-46FCFEC829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1692" y="423142"/>
            <a:ext cx="11192526" cy="837489"/>
          </a:xfrm>
        </p:spPr>
        <p:txBody>
          <a:bodyPr tIns="0" bIns="0" anchor="ctr"/>
          <a:lstStyle>
            <a:lvl1pPr algn="ctr">
              <a:lnSpc>
                <a:spcPct val="100000"/>
              </a:lnSpc>
              <a:defRPr sz="2800" b="0"/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8" name="Picture Placeholder 28">
            <a:extLst>
              <a:ext uri="{FF2B5EF4-FFF2-40B4-BE49-F238E27FC236}">
                <a16:creationId xmlns:a16="http://schemas.microsoft.com/office/drawing/2014/main" id="{768BF372-EE3D-B6C9-DBFD-32FAA3C73BD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11768" y="1310640"/>
            <a:ext cx="3505938" cy="5124217"/>
          </a:xfrm>
          <a:ln w="12700">
            <a:noFill/>
          </a:ln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6" name="Footer Placeholder 4">
            <a:extLst>
              <a:ext uri="{FF2B5EF4-FFF2-40B4-BE49-F238E27FC236}">
                <a16:creationId xmlns:a16="http://schemas.microsoft.com/office/drawing/2014/main" id="{DB49BBE5-CCBB-7C39-D34E-E82C25AA57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24200" y="6102362"/>
            <a:ext cx="3264218" cy="272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footer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5A131435-86E8-B8C3-7DA2-65F5A5EAB1F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454370" y="1402746"/>
            <a:ext cx="3205635" cy="1048120"/>
          </a:xfrm>
          <a:prstGeom prst="rect">
            <a:avLst/>
          </a:prstGeom>
          <a:noFill/>
          <a:ln w="22225">
            <a:noFill/>
          </a:ln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000" b="1" cap="all" baseline="0"/>
            </a:lvl1pPr>
            <a:lvl2pPr marL="324000" indent="0">
              <a:buNone/>
              <a:defRPr/>
            </a:lvl2pPr>
            <a:lvl3pPr marL="630000" indent="0">
              <a:buNone/>
              <a:defRPr/>
            </a:lvl3pPr>
            <a:lvl4pPr marL="1008000" indent="0">
              <a:buNone/>
              <a:defRPr/>
            </a:lvl4pPr>
            <a:lvl5pPr marL="13680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1BAEDB1-AAC6-8012-7AC3-CC75D0096F4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867485" y="2536721"/>
            <a:ext cx="2379405" cy="1048119"/>
          </a:xfrm>
          <a:prstGeom prst="roundRect">
            <a:avLst/>
          </a:prstGeom>
          <a:solidFill>
            <a:schemeClr val="accent3"/>
          </a:solidFill>
          <a:ln w="2222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  <a:lvl2pPr marL="324000" indent="0">
              <a:buNone/>
              <a:defRPr/>
            </a:lvl2pPr>
            <a:lvl3pPr marL="630000" indent="0">
              <a:buNone/>
              <a:defRPr/>
            </a:lvl3pPr>
            <a:lvl4pPr marL="1008000" indent="0">
              <a:buNone/>
              <a:defRPr/>
            </a:lvl4pPr>
            <a:lvl5pPr marL="13680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B0DE4F42-71D8-6F18-9C5A-EC7A4B0C6C8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67485" y="3753589"/>
            <a:ext cx="2379405" cy="1048119"/>
          </a:xfrm>
          <a:prstGeom prst="roundRect">
            <a:avLst/>
          </a:prstGeom>
          <a:solidFill>
            <a:schemeClr val="accent3"/>
          </a:solidFill>
          <a:ln w="2222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  <a:lvl2pPr marL="324000" indent="0">
              <a:buNone/>
              <a:defRPr/>
            </a:lvl2pPr>
            <a:lvl3pPr marL="630000" indent="0">
              <a:buNone/>
              <a:defRPr/>
            </a:lvl3pPr>
            <a:lvl4pPr marL="1008000" indent="0">
              <a:buNone/>
              <a:defRPr/>
            </a:lvl4pPr>
            <a:lvl5pPr marL="13680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1987EDF9-4ED4-5490-17AF-99478B543C2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867485" y="4970457"/>
            <a:ext cx="2379405" cy="1048119"/>
          </a:xfrm>
          <a:prstGeom prst="roundRect">
            <a:avLst/>
          </a:prstGeom>
          <a:solidFill>
            <a:schemeClr val="accent3"/>
          </a:solidFill>
          <a:ln w="2222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  <a:lvl2pPr marL="324000" indent="0">
              <a:buNone/>
              <a:defRPr/>
            </a:lvl2pPr>
            <a:lvl3pPr marL="630000" indent="0">
              <a:buNone/>
              <a:defRPr/>
            </a:lvl3pPr>
            <a:lvl4pPr marL="1008000" indent="0">
              <a:buNone/>
              <a:defRPr/>
            </a:lvl4pPr>
            <a:lvl5pPr marL="13680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9E4F8DC2-6173-797C-063C-ABCB0683591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170607" y="1314450"/>
            <a:ext cx="3513444" cy="5120408"/>
          </a:xfrm>
          <a:ln w="12700">
            <a:noFill/>
          </a:ln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Slide Number Placeholder 5">
            <a:extLst>
              <a:ext uri="{FF2B5EF4-FFF2-40B4-BE49-F238E27FC236}">
                <a16:creationId xmlns:a16="http://schemas.microsoft.com/office/drawing/2014/main" id="{2AB94E18-4F07-B724-9D3D-4480193774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68661" y="6092534"/>
            <a:ext cx="474545" cy="272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1595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cus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A088FB69-6A93-1165-DBF9-B08593CF2D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81684" y="393647"/>
            <a:ext cx="11228624" cy="6070706"/>
            <a:chOff x="481684" y="393647"/>
            <a:chExt cx="11228624" cy="6070706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1E3FE074-831A-0B85-0AD4-E42448E535B2}"/>
                </a:ext>
              </a:extLst>
            </p:cNvPr>
            <p:cNvSpPr/>
            <p:nvPr userDrawn="1"/>
          </p:nvSpPr>
          <p:spPr>
            <a:xfrm>
              <a:off x="481693" y="393648"/>
              <a:ext cx="11228615" cy="6070705"/>
            </a:xfrm>
            <a:prstGeom prst="rect">
              <a:avLst/>
            </a:prstGeom>
            <a:no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AAA8433C-5928-3201-B929-9809BC39026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3726180" y="1300843"/>
              <a:ext cx="7984126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091CA17-2FF6-F3C2-2E78-030072AE1E8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726180" y="393647"/>
              <a:ext cx="0" cy="6070706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441360D2-FD77-4587-2725-382B41D5C87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1684" y="5878287"/>
              <a:ext cx="11228622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88B16A6-C3DD-6DF0-14F1-2181171658A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386830" y="1300843"/>
              <a:ext cx="0" cy="4577444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801B593-AEAF-46CF-9D54-9A953D102CB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056580" y="1300843"/>
              <a:ext cx="0" cy="4577444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A4F028DD-DB18-678A-9B3E-08377E00AAC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3717081" y="3567922"/>
              <a:ext cx="7984126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Title 6">
            <a:extLst>
              <a:ext uri="{FF2B5EF4-FFF2-40B4-BE49-F238E27FC236}">
                <a16:creationId xmlns:a16="http://schemas.microsoft.com/office/drawing/2014/main" id="{80868302-0413-1A88-A081-46FCFEC829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2582" y="393646"/>
            <a:ext cx="3260519" cy="5484640"/>
          </a:xfrm>
        </p:spPr>
        <p:txBody>
          <a:bodyPr tIns="0" bIns="0" anchor="ctr"/>
          <a:lstStyle>
            <a:lvl1pPr algn="ctr">
              <a:lnSpc>
                <a:spcPct val="100000"/>
              </a:lnSpc>
              <a:defRPr sz="4000" b="1"/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1C507B-2DF1-964E-FD34-1B05D239541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65355" y="403472"/>
            <a:ext cx="7916188" cy="862432"/>
          </a:xfrm>
          <a:prstGeom prst="roundRect">
            <a:avLst>
              <a:gd name="adj" fmla="val 0"/>
            </a:avLst>
          </a:prstGeom>
          <a:noFill/>
          <a:ln w="25400">
            <a:noFill/>
          </a:ln>
        </p:spPr>
        <p:txBody>
          <a:bodyPr tIns="0" bIns="0" anchor="ctr">
            <a:noAutofit/>
          </a:bodyPr>
          <a:lstStyle>
            <a:lvl1pPr marL="0" indent="0" algn="ctr">
              <a:buNone/>
              <a:defRPr sz="2800" cap="all" baseline="0"/>
            </a:lvl1pPr>
            <a:lvl2pPr marL="324000" indent="0" algn="ctr">
              <a:buNone/>
              <a:defRPr sz="1600"/>
            </a:lvl2pPr>
            <a:lvl3pPr marL="630000" indent="0" algn="ctr">
              <a:buNone/>
              <a:defRPr sz="1600"/>
            </a:lvl3pPr>
            <a:lvl4pPr marL="1008000" indent="0" algn="ctr">
              <a:buNone/>
              <a:defRPr sz="1600"/>
            </a:lvl4pPr>
            <a:lvl5pPr marL="1368000" indent="0" algn="ctr">
              <a:buNone/>
              <a:defRPr sz="1600"/>
            </a:lvl5pPr>
          </a:lstStyle>
          <a:p>
            <a:pPr lvl="0"/>
            <a:r>
              <a:rPr lang="en-US" dirty="0"/>
              <a:t>Add subtitle here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8308474B-1816-77B5-FB6C-C41A741699D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328501" y="1797062"/>
            <a:ext cx="1371600" cy="1371600"/>
          </a:xfrm>
        </p:spPr>
        <p:txBody>
          <a:bodyPr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1BAEDB1-AAC6-8012-7AC3-CC75D0096F4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17112" y="1848465"/>
            <a:ext cx="2202425" cy="1320193"/>
          </a:xfrm>
        </p:spPr>
        <p:txBody>
          <a:bodyPr anchor="t">
            <a:norm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marL="324000" indent="0">
              <a:buNone/>
              <a:defRPr/>
            </a:lvl2pPr>
            <a:lvl3pPr marL="630000" indent="0">
              <a:buNone/>
              <a:defRPr/>
            </a:lvl3pPr>
            <a:lvl4pPr marL="1008000" indent="0">
              <a:buNone/>
              <a:defRPr/>
            </a:lvl4pPr>
            <a:lvl5pPr marL="13680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3" name="Picture Placeholder 30">
            <a:extLst>
              <a:ext uri="{FF2B5EF4-FFF2-40B4-BE49-F238E27FC236}">
                <a16:creationId xmlns:a16="http://schemas.microsoft.com/office/drawing/2014/main" id="{8104E534-50EC-8AA3-6CBA-04C9C718619B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702192" y="1797058"/>
            <a:ext cx="1371600" cy="1371600"/>
          </a:xfrm>
        </p:spPr>
        <p:txBody>
          <a:bodyPr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Text Placeholder 13">
            <a:extLst>
              <a:ext uri="{FF2B5EF4-FFF2-40B4-BE49-F238E27FC236}">
                <a16:creationId xmlns:a16="http://schemas.microsoft.com/office/drawing/2014/main" id="{DB5476F6-55CD-2278-07A7-62ED02C00C1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908318" y="3909075"/>
            <a:ext cx="2296356" cy="1745427"/>
          </a:xfrm>
        </p:spPr>
        <p:txBody>
          <a:bodyPr anchor="t">
            <a:norm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marL="324000" indent="0">
              <a:buNone/>
              <a:defRPr/>
            </a:lvl2pPr>
            <a:lvl3pPr marL="630000" indent="0">
              <a:buNone/>
              <a:defRPr/>
            </a:lvl3pPr>
            <a:lvl4pPr marL="1008000" indent="0">
              <a:buNone/>
              <a:defRPr/>
            </a:lvl4pPr>
            <a:lvl5pPr marL="13680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2" name="Picture Placeholder 30">
            <a:extLst>
              <a:ext uri="{FF2B5EF4-FFF2-40B4-BE49-F238E27FC236}">
                <a16:creationId xmlns:a16="http://schemas.microsoft.com/office/drawing/2014/main" id="{35789C28-53CB-4473-F779-107B46AEEBDA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7099162" y="3952693"/>
            <a:ext cx="1371600" cy="1371600"/>
          </a:xfrm>
        </p:spPr>
        <p:txBody>
          <a:bodyPr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13">
            <a:extLst>
              <a:ext uri="{FF2B5EF4-FFF2-40B4-BE49-F238E27FC236}">
                <a16:creationId xmlns:a16="http://schemas.microsoft.com/office/drawing/2014/main" id="{95492A24-37AC-C8FF-FE2A-EE13D2C3FC2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236879" y="3909075"/>
            <a:ext cx="2296356" cy="1745427"/>
          </a:xfrm>
        </p:spPr>
        <p:txBody>
          <a:bodyPr anchor="t">
            <a:norm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marL="324000" indent="0">
              <a:buNone/>
              <a:defRPr/>
            </a:lvl2pPr>
            <a:lvl3pPr marL="630000" indent="0">
              <a:buNone/>
              <a:defRPr/>
            </a:lvl3pPr>
            <a:lvl4pPr marL="1008000" indent="0">
              <a:buNone/>
              <a:defRPr/>
            </a:lvl4pPr>
            <a:lvl5pPr marL="13680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6" name="Footer Placeholder 4">
            <a:extLst>
              <a:ext uri="{FF2B5EF4-FFF2-40B4-BE49-F238E27FC236}">
                <a16:creationId xmlns:a16="http://schemas.microsoft.com/office/drawing/2014/main" id="{DB49BBE5-CCBB-7C39-D34E-E82C25AA57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0272" y="5983423"/>
            <a:ext cx="30970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footer</a:t>
            </a:r>
          </a:p>
        </p:txBody>
      </p:sp>
      <p:sp>
        <p:nvSpPr>
          <p:cNvPr id="27" name="Slide Number Placeholder 5">
            <a:extLst>
              <a:ext uri="{FF2B5EF4-FFF2-40B4-BE49-F238E27FC236}">
                <a16:creationId xmlns:a16="http://schemas.microsoft.com/office/drawing/2014/main" id="{2AB94E18-4F07-B724-9D3D-4480193774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824749" y="5983423"/>
            <a:ext cx="77281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bg1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33922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06032EDE-70AC-8A1B-FDCC-E78CADAAE0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81693" y="393647"/>
            <a:ext cx="11234963" cy="6070706"/>
            <a:chOff x="481693" y="393647"/>
            <a:chExt cx="11234963" cy="6070706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EB576B25-0313-BCA2-89A4-F40505705FF4}"/>
                </a:ext>
              </a:extLst>
            </p:cNvPr>
            <p:cNvSpPr/>
            <p:nvPr userDrawn="1"/>
          </p:nvSpPr>
          <p:spPr>
            <a:xfrm>
              <a:off x="481693" y="393648"/>
              <a:ext cx="11228615" cy="6070705"/>
            </a:xfrm>
            <a:prstGeom prst="rect">
              <a:avLst/>
            </a:prstGeom>
            <a:no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57C9A29B-58A9-DEE3-6FDA-84D01C556C65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7266305" y="1300843"/>
              <a:ext cx="4444001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3C76CA7-A606-0822-24A8-12A4E989A28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266305" y="393647"/>
              <a:ext cx="0" cy="6070706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88B4BC5D-AE5C-4860-D8FF-52E05CAD2A0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266305" y="5878287"/>
              <a:ext cx="4450351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DB9FCC7-5BD3-AC42-56C2-547FB5ADEFC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0828655" y="5878287"/>
              <a:ext cx="0" cy="586066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Title 6">
            <a:extLst>
              <a:ext uri="{FF2B5EF4-FFF2-40B4-BE49-F238E27FC236}">
                <a16:creationId xmlns:a16="http://schemas.microsoft.com/office/drawing/2014/main" id="{80868302-0413-1A88-A081-46FCFEC829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27242" y="403478"/>
            <a:ext cx="4314145" cy="862423"/>
          </a:xfrm>
        </p:spPr>
        <p:txBody>
          <a:bodyPr tIns="0" bIns="0" anchor="ctr"/>
          <a:lstStyle>
            <a:lvl1pPr algn="ctr">
              <a:lnSpc>
                <a:spcPct val="100000"/>
              </a:lnSpc>
              <a:defRPr sz="2800" b="0"/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9E4F8DC2-6173-797C-063C-ABCB0683591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91526" y="413311"/>
            <a:ext cx="6756966" cy="6005015"/>
          </a:xfrm>
          <a:ln w="12700">
            <a:noFill/>
          </a:ln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1BAEDB1-AAC6-8012-7AC3-CC75D0096F4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327242" y="1365282"/>
            <a:ext cx="4314143" cy="4478062"/>
          </a:xfrm>
        </p:spPr>
        <p:txBody>
          <a:bodyPr lIns="457200" tIns="822960" rIns="457200" anchor="t">
            <a:normAutofit/>
          </a:bodyPr>
          <a:lstStyle>
            <a:lvl1pPr marL="0" indent="0" algn="ctr">
              <a:spcBef>
                <a:spcPts val="0"/>
              </a:spcBef>
              <a:spcAft>
                <a:spcPts val="1200"/>
              </a:spcAft>
              <a:buNone/>
              <a:defRPr sz="1800"/>
            </a:lvl1pPr>
            <a:lvl2pPr marL="324000" indent="0">
              <a:buNone/>
              <a:defRPr/>
            </a:lvl2pPr>
            <a:lvl3pPr marL="630000" indent="0">
              <a:buNone/>
              <a:defRPr/>
            </a:lvl3pPr>
            <a:lvl4pPr marL="1008000" indent="0">
              <a:buNone/>
              <a:defRPr/>
            </a:lvl4pPr>
            <a:lvl5pPr marL="13680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6" name="Footer Placeholder 4">
            <a:extLst>
              <a:ext uri="{FF2B5EF4-FFF2-40B4-BE49-F238E27FC236}">
                <a16:creationId xmlns:a16="http://schemas.microsoft.com/office/drawing/2014/main" id="{DB49BBE5-CCBB-7C39-D34E-E82C25AA57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86234" y="5994209"/>
            <a:ext cx="33613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footer</a:t>
            </a:r>
          </a:p>
        </p:txBody>
      </p:sp>
      <p:sp>
        <p:nvSpPr>
          <p:cNvPr id="27" name="Slide Number Placeholder 5">
            <a:extLst>
              <a:ext uri="{FF2B5EF4-FFF2-40B4-BE49-F238E27FC236}">
                <a16:creationId xmlns:a16="http://schemas.microsoft.com/office/drawing/2014/main" id="{2AB94E18-4F07-B724-9D3D-4480193774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62182" y="5994209"/>
            <a:ext cx="474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17320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524329E9-A968-FB95-104A-91844CBA17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72440" y="393648"/>
            <a:ext cx="11247120" cy="6070705"/>
            <a:chOff x="472440" y="393648"/>
            <a:chExt cx="11247120" cy="6070705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DE5A6159-3269-247C-FFBE-0940C19C2B48}"/>
                </a:ext>
              </a:extLst>
            </p:cNvPr>
            <p:cNvSpPr/>
            <p:nvPr userDrawn="1"/>
          </p:nvSpPr>
          <p:spPr>
            <a:xfrm>
              <a:off x="481693" y="393648"/>
              <a:ext cx="11228615" cy="6070705"/>
            </a:xfrm>
            <a:prstGeom prst="rect">
              <a:avLst/>
            </a:prstGeom>
            <a:no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F115498-45E0-83E4-6C2A-B0F8598CC349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472440" y="1291011"/>
              <a:ext cx="1124712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2E1B1C58-815E-DA91-6DDD-C5DEEB6ADD88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481694" y="1300843"/>
              <a:ext cx="11228613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C677EEC2-EC0E-1781-4321-659905F5D3E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1693" y="5878287"/>
              <a:ext cx="11234963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5EC12EB-D748-8042-FB32-180B15CF118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096000" y="5878287"/>
              <a:ext cx="0" cy="586066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Title 6">
            <a:extLst>
              <a:ext uri="{FF2B5EF4-FFF2-40B4-BE49-F238E27FC236}">
                <a16:creationId xmlns:a16="http://schemas.microsoft.com/office/drawing/2014/main" id="{80868302-0413-1A88-A081-46FCFEC829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1692" y="423142"/>
            <a:ext cx="11192526" cy="898250"/>
          </a:xfrm>
        </p:spPr>
        <p:txBody>
          <a:bodyPr tIns="0" bIns="0" anchor="ctr"/>
          <a:lstStyle>
            <a:lvl1pPr algn="ctr">
              <a:lnSpc>
                <a:spcPct val="100000"/>
              </a:lnSpc>
              <a:defRPr sz="2800" b="0"/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1BAEDB1-AAC6-8012-7AC3-CC75D0096F4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47020" y="1992113"/>
            <a:ext cx="2409038" cy="1350855"/>
          </a:xfrm>
          <a:prstGeom prst="roundRect">
            <a:avLst/>
          </a:prstGeom>
          <a:solidFill>
            <a:schemeClr val="accent2"/>
          </a:solidFill>
          <a:ln w="22225">
            <a:solidFill>
              <a:schemeClr val="bg1"/>
            </a:solidFill>
          </a:ln>
        </p:spPr>
        <p:txBody>
          <a:bodyPr tIns="182880" anchor="t">
            <a:normAutofit/>
          </a:bodyPr>
          <a:lstStyle>
            <a:lvl1pPr marL="0" indent="0" algn="ctr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000" b="1"/>
            </a:lvl1pPr>
            <a:lvl2pPr marL="324000" indent="0">
              <a:buNone/>
              <a:defRPr/>
            </a:lvl2pPr>
            <a:lvl3pPr marL="630000" indent="0">
              <a:buNone/>
              <a:defRPr/>
            </a:lvl3pPr>
            <a:lvl4pPr marL="1008000" indent="0">
              <a:buNone/>
              <a:defRPr/>
            </a:lvl4pPr>
            <a:lvl5pPr marL="13680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CCCE9902-3760-30D6-4810-136B44F0C38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1484671" y="2558848"/>
            <a:ext cx="2113935" cy="691892"/>
          </a:xfrm>
        </p:spPr>
        <p:txBody>
          <a:bodyPr tIns="0" anchor="t">
            <a:normAutofit/>
          </a:bodyPr>
          <a:lstStyle>
            <a:lvl1pPr marL="0" indent="0" algn="ctr">
              <a:buNone/>
              <a:defRPr sz="1800"/>
            </a:lvl1pPr>
            <a:lvl2pPr marL="324000" indent="0">
              <a:buNone/>
              <a:defRPr/>
            </a:lvl2pPr>
            <a:lvl3pPr marL="630000" indent="0">
              <a:buNone/>
              <a:defRPr/>
            </a:lvl3pPr>
            <a:lvl4pPr marL="1008000" indent="0">
              <a:buNone/>
              <a:defRPr/>
            </a:lvl4pPr>
            <a:lvl5pPr marL="13680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3" name="Text Placeholder 13">
            <a:extLst>
              <a:ext uri="{FF2B5EF4-FFF2-40B4-BE49-F238E27FC236}">
                <a16:creationId xmlns:a16="http://schemas.microsoft.com/office/drawing/2014/main" id="{E9C3A057-F1F1-A85C-5C3E-1178CF58122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891481" y="1992113"/>
            <a:ext cx="2409038" cy="1350855"/>
          </a:xfrm>
          <a:prstGeom prst="roundRect">
            <a:avLst/>
          </a:prstGeom>
          <a:solidFill>
            <a:schemeClr val="accent2"/>
          </a:solidFill>
          <a:ln w="22225">
            <a:solidFill>
              <a:schemeClr val="bg1"/>
            </a:solidFill>
          </a:ln>
        </p:spPr>
        <p:txBody>
          <a:bodyPr tIns="182880" anchor="t">
            <a:normAutofit/>
          </a:bodyPr>
          <a:lstStyle>
            <a:lvl1pPr marL="0" indent="0" algn="ctr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000" b="1"/>
            </a:lvl1pPr>
            <a:lvl2pPr marL="324000" indent="0">
              <a:buNone/>
              <a:defRPr/>
            </a:lvl2pPr>
            <a:lvl3pPr marL="630000" indent="0">
              <a:buNone/>
              <a:defRPr/>
            </a:lvl3pPr>
            <a:lvl4pPr marL="1008000" indent="0">
              <a:buNone/>
              <a:defRPr/>
            </a:lvl4pPr>
            <a:lvl5pPr marL="13680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4" name="Text Placeholder 31">
            <a:extLst>
              <a:ext uri="{FF2B5EF4-FFF2-40B4-BE49-F238E27FC236}">
                <a16:creationId xmlns:a16="http://schemas.microsoft.com/office/drawing/2014/main" id="{10F6D65A-37FE-C1AE-FE7B-977A41C0682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auto">
          <a:xfrm>
            <a:off x="5029132" y="2558848"/>
            <a:ext cx="2113935" cy="691892"/>
          </a:xfrm>
        </p:spPr>
        <p:txBody>
          <a:bodyPr tIns="0" anchor="t">
            <a:normAutofit/>
          </a:bodyPr>
          <a:lstStyle>
            <a:lvl1pPr marL="0" indent="0" algn="ctr">
              <a:buNone/>
              <a:defRPr sz="1800"/>
            </a:lvl1pPr>
            <a:lvl2pPr marL="324000" indent="0">
              <a:buNone/>
              <a:defRPr/>
            </a:lvl2pPr>
            <a:lvl3pPr marL="630000" indent="0">
              <a:buNone/>
              <a:defRPr/>
            </a:lvl3pPr>
            <a:lvl4pPr marL="1008000" indent="0">
              <a:buNone/>
              <a:defRPr/>
            </a:lvl4pPr>
            <a:lvl5pPr marL="13680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5" name="Text Placeholder 13">
            <a:extLst>
              <a:ext uri="{FF2B5EF4-FFF2-40B4-BE49-F238E27FC236}">
                <a16:creationId xmlns:a16="http://schemas.microsoft.com/office/drawing/2014/main" id="{B3A456EE-EA99-A703-7AB6-449610F6021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435942" y="1994348"/>
            <a:ext cx="2409038" cy="1350855"/>
          </a:xfrm>
          <a:prstGeom prst="roundRect">
            <a:avLst/>
          </a:prstGeom>
          <a:solidFill>
            <a:schemeClr val="accent2"/>
          </a:solidFill>
          <a:ln w="22225">
            <a:solidFill>
              <a:schemeClr val="bg1"/>
            </a:solidFill>
          </a:ln>
        </p:spPr>
        <p:txBody>
          <a:bodyPr tIns="182880" anchor="t">
            <a:normAutofit/>
          </a:bodyPr>
          <a:lstStyle>
            <a:lvl1pPr marL="0" indent="0" algn="ctr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000" b="1"/>
            </a:lvl1pPr>
            <a:lvl2pPr marL="324000" indent="0">
              <a:buNone/>
              <a:defRPr/>
            </a:lvl2pPr>
            <a:lvl3pPr marL="630000" indent="0">
              <a:buNone/>
              <a:defRPr/>
            </a:lvl3pPr>
            <a:lvl4pPr marL="1008000" indent="0">
              <a:buNone/>
              <a:defRPr/>
            </a:lvl4pPr>
            <a:lvl5pPr marL="13680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6" name="Text Placeholder 31">
            <a:extLst>
              <a:ext uri="{FF2B5EF4-FFF2-40B4-BE49-F238E27FC236}">
                <a16:creationId xmlns:a16="http://schemas.microsoft.com/office/drawing/2014/main" id="{2C0E7BC7-C776-FDD4-7639-0B6649572D9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8573593" y="2561083"/>
            <a:ext cx="2113935" cy="691892"/>
          </a:xfrm>
        </p:spPr>
        <p:txBody>
          <a:bodyPr tIns="0" anchor="t">
            <a:normAutofit/>
          </a:bodyPr>
          <a:lstStyle>
            <a:lvl1pPr marL="0" indent="0" algn="ctr">
              <a:buNone/>
              <a:defRPr sz="1800"/>
            </a:lvl1pPr>
            <a:lvl2pPr marL="324000" indent="0">
              <a:buNone/>
              <a:defRPr/>
            </a:lvl2pPr>
            <a:lvl3pPr marL="630000" indent="0">
              <a:buNone/>
              <a:defRPr/>
            </a:lvl3pPr>
            <a:lvl4pPr marL="1008000" indent="0">
              <a:buNone/>
              <a:defRPr/>
            </a:lvl4pPr>
            <a:lvl5pPr marL="13680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7" name="Text Placeholder 13">
            <a:extLst>
              <a:ext uri="{FF2B5EF4-FFF2-40B4-BE49-F238E27FC236}">
                <a16:creationId xmlns:a16="http://schemas.microsoft.com/office/drawing/2014/main" id="{0EE9A59A-DD07-2A19-A496-5B43AF272DF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117340" y="3939132"/>
            <a:ext cx="2409038" cy="1350855"/>
          </a:xfrm>
          <a:prstGeom prst="roundRect">
            <a:avLst/>
          </a:prstGeom>
          <a:solidFill>
            <a:schemeClr val="accent2"/>
          </a:solidFill>
          <a:ln w="22225">
            <a:solidFill>
              <a:schemeClr val="bg1"/>
            </a:solidFill>
          </a:ln>
        </p:spPr>
        <p:txBody>
          <a:bodyPr tIns="182880" anchor="t">
            <a:normAutofit/>
          </a:bodyPr>
          <a:lstStyle>
            <a:lvl1pPr marL="0" indent="0" algn="ctr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000" b="1"/>
            </a:lvl1pPr>
            <a:lvl2pPr marL="324000" indent="0">
              <a:buNone/>
              <a:defRPr/>
            </a:lvl2pPr>
            <a:lvl3pPr marL="630000" indent="0">
              <a:buNone/>
              <a:defRPr/>
            </a:lvl3pPr>
            <a:lvl4pPr marL="1008000" indent="0">
              <a:buNone/>
              <a:defRPr/>
            </a:lvl4pPr>
            <a:lvl5pPr marL="13680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8" name="Text Placeholder 31">
            <a:extLst>
              <a:ext uri="{FF2B5EF4-FFF2-40B4-BE49-F238E27FC236}">
                <a16:creationId xmlns:a16="http://schemas.microsoft.com/office/drawing/2014/main" id="{0B3477B9-B092-AAA0-9465-B3D589AB78F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3254991" y="4505867"/>
            <a:ext cx="2113935" cy="691892"/>
          </a:xfrm>
        </p:spPr>
        <p:txBody>
          <a:bodyPr tIns="0" anchor="t">
            <a:normAutofit/>
          </a:bodyPr>
          <a:lstStyle>
            <a:lvl1pPr marL="0" indent="0" algn="ctr">
              <a:buNone/>
              <a:defRPr sz="1800"/>
            </a:lvl1pPr>
            <a:lvl2pPr marL="324000" indent="0">
              <a:buNone/>
              <a:defRPr/>
            </a:lvl2pPr>
            <a:lvl3pPr marL="630000" indent="0">
              <a:buNone/>
              <a:defRPr/>
            </a:lvl3pPr>
            <a:lvl4pPr marL="1008000" indent="0">
              <a:buNone/>
              <a:defRPr/>
            </a:lvl4pPr>
            <a:lvl5pPr marL="13680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9" name="Text Placeholder 13">
            <a:extLst>
              <a:ext uri="{FF2B5EF4-FFF2-40B4-BE49-F238E27FC236}">
                <a16:creationId xmlns:a16="http://schemas.microsoft.com/office/drawing/2014/main" id="{CC03452E-A59E-6FD5-2E14-D01D1D1937F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661801" y="3941367"/>
            <a:ext cx="2409038" cy="1350855"/>
          </a:xfrm>
          <a:prstGeom prst="roundRect">
            <a:avLst/>
          </a:prstGeom>
          <a:solidFill>
            <a:schemeClr val="accent2"/>
          </a:solidFill>
          <a:ln w="22225">
            <a:solidFill>
              <a:schemeClr val="bg1"/>
            </a:solidFill>
          </a:ln>
        </p:spPr>
        <p:txBody>
          <a:bodyPr tIns="182880" anchor="t">
            <a:normAutofit/>
          </a:bodyPr>
          <a:lstStyle>
            <a:lvl1pPr marL="0" indent="0" algn="ctr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000" b="1"/>
            </a:lvl1pPr>
            <a:lvl2pPr marL="324000" indent="0">
              <a:buNone/>
              <a:defRPr/>
            </a:lvl2pPr>
            <a:lvl3pPr marL="630000" indent="0">
              <a:buNone/>
              <a:defRPr/>
            </a:lvl3pPr>
            <a:lvl4pPr marL="1008000" indent="0">
              <a:buNone/>
              <a:defRPr/>
            </a:lvl4pPr>
            <a:lvl5pPr marL="13680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40" name="Text Placeholder 31">
            <a:extLst>
              <a:ext uri="{FF2B5EF4-FFF2-40B4-BE49-F238E27FC236}">
                <a16:creationId xmlns:a16="http://schemas.microsoft.com/office/drawing/2014/main" id="{F8ACFA3E-CD6D-F94F-6F9C-024B2C00278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6799452" y="4508102"/>
            <a:ext cx="2113935" cy="691892"/>
          </a:xfrm>
        </p:spPr>
        <p:txBody>
          <a:bodyPr tIns="0" anchor="t">
            <a:normAutofit/>
          </a:bodyPr>
          <a:lstStyle>
            <a:lvl1pPr marL="0" indent="0" algn="ctr">
              <a:buNone/>
              <a:defRPr sz="1800"/>
            </a:lvl1pPr>
            <a:lvl2pPr marL="324000" indent="0">
              <a:buNone/>
              <a:defRPr/>
            </a:lvl2pPr>
            <a:lvl3pPr marL="630000" indent="0">
              <a:buNone/>
              <a:defRPr/>
            </a:lvl3pPr>
            <a:lvl4pPr marL="1008000" indent="0">
              <a:buNone/>
              <a:defRPr/>
            </a:lvl4pPr>
            <a:lvl5pPr marL="13680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6" name="Footer Placeholder 4">
            <a:extLst>
              <a:ext uri="{FF2B5EF4-FFF2-40B4-BE49-F238E27FC236}">
                <a16:creationId xmlns:a16="http://schemas.microsoft.com/office/drawing/2014/main" id="{DB49BBE5-CCBB-7C39-D34E-E82C25AA57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2856" y="5990069"/>
            <a:ext cx="52554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footer</a:t>
            </a:r>
          </a:p>
        </p:txBody>
      </p:sp>
      <p:sp>
        <p:nvSpPr>
          <p:cNvPr id="27" name="Slide Number Placeholder 5">
            <a:extLst>
              <a:ext uri="{FF2B5EF4-FFF2-40B4-BE49-F238E27FC236}">
                <a16:creationId xmlns:a16="http://schemas.microsoft.com/office/drawing/2014/main" id="{2AB94E18-4F07-B724-9D3D-4480193774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44098" y="5990069"/>
            <a:ext cx="7129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bg1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90630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A088FB69-6A93-1165-DBF9-B08593CF2D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81684" y="393647"/>
            <a:ext cx="11228624" cy="6070706"/>
            <a:chOff x="481684" y="393647"/>
            <a:chExt cx="11228624" cy="6070706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1E3FE074-831A-0B85-0AD4-E42448E535B2}"/>
                </a:ext>
              </a:extLst>
            </p:cNvPr>
            <p:cNvSpPr/>
            <p:nvPr userDrawn="1"/>
          </p:nvSpPr>
          <p:spPr>
            <a:xfrm>
              <a:off x="481693" y="393648"/>
              <a:ext cx="11228615" cy="6070705"/>
            </a:xfrm>
            <a:prstGeom prst="rect">
              <a:avLst/>
            </a:prstGeom>
            <a:no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091CA17-2FF6-F3C2-2E78-030072AE1E8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726180" y="393647"/>
              <a:ext cx="0" cy="6070706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441360D2-FD77-4587-2725-382B41D5C87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1684" y="5878287"/>
              <a:ext cx="11228622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Title 6">
            <a:extLst>
              <a:ext uri="{FF2B5EF4-FFF2-40B4-BE49-F238E27FC236}">
                <a16:creationId xmlns:a16="http://schemas.microsoft.com/office/drawing/2014/main" id="{80868302-0413-1A88-A081-46FCFEC829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2582" y="393646"/>
            <a:ext cx="3260519" cy="5484640"/>
          </a:xfrm>
        </p:spPr>
        <p:txBody>
          <a:bodyPr tIns="0" bIns="0" anchor="ctr"/>
          <a:lstStyle>
            <a:lvl1pPr algn="ctr">
              <a:lnSpc>
                <a:spcPct val="100000"/>
              </a:lnSpc>
              <a:defRPr sz="4000" b="1"/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8308474B-1816-77B5-FB6C-C41A741699D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261658" y="934066"/>
            <a:ext cx="731520" cy="731520"/>
          </a:xfrm>
        </p:spPr>
        <p:txBody>
          <a:bodyPr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1BAEDB1-AAC6-8012-7AC3-CC75D0096F4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07742" y="934066"/>
            <a:ext cx="5958348" cy="862991"/>
          </a:xfrm>
        </p:spPr>
        <p:txBody>
          <a:bodyPr anchor="t">
            <a:norm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marL="324000" indent="0">
              <a:buNone/>
              <a:defRPr/>
            </a:lvl2pPr>
            <a:lvl3pPr marL="630000" indent="0">
              <a:buNone/>
              <a:defRPr/>
            </a:lvl3pPr>
            <a:lvl4pPr marL="1008000" indent="0">
              <a:buNone/>
              <a:defRPr/>
            </a:lvl4pPr>
            <a:lvl5pPr marL="13680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8" name="Picture Placeholder 30">
            <a:extLst>
              <a:ext uri="{FF2B5EF4-FFF2-40B4-BE49-F238E27FC236}">
                <a16:creationId xmlns:a16="http://schemas.microsoft.com/office/drawing/2014/main" id="{6F57637A-A06D-900E-8535-6AA509EBDC20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261658" y="2144633"/>
            <a:ext cx="731520" cy="731520"/>
          </a:xfrm>
        </p:spPr>
        <p:txBody>
          <a:bodyPr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 13">
            <a:extLst>
              <a:ext uri="{FF2B5EF4-FFF2-40B4-BE49-F238E27FC236}">
                <a16:creationId xmlns:a16="http://schemas.microsoft.com/office/drawing/2014/main" id="{C76314CE-90DE-BC3F-0583-8887631078A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407742" y="2078898"/>
            <a:ext cx="5958348" cy="862991"/>
          </a:xfrm>
        </p:spPr>
        <p:txBody>
          <a:bodyPr anchor="t">
            <a:norm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marL="324000" indent="0">
              <a:buNone/>
              <a:defRPr/>
            </a:lvl2pPr>
            <a:lvl3pPr marL="630000" indent="0">
              <a:buNone/>
              <a:defRPr/>
            </a:lvl3pPr>
            <a:lvl4pPr marL="1008000" indent="0">
              <a:buNone/>
              <a:defRPr/>
            </a:lvl4pPr>
            <a:lvl5pPr marL="13680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8" name="Picture Placeholder 30">
            <a:extLst>
              <a:ext uri="{FF2B5EF4-FFF2-40B4-BE49-F238E27FC236}">
                <a16:creationId xmlns:a16="http://schemas.microsoft.com/office/drawing/2014/main" id="{5ED6CFA2-D90A-73B5-58F2-0A109596980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261658" y="3296662"/>
            <a:ext cx="731520" cy="731520"/>
          </a:xfrm>
        </p:spPr>
        <p:txBody>
          <a:bodyPr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0491A95C-9334-52D0-DA80-A40E91351F1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07742" y="3230927"/>
            <a:ext cx="5958348" cy="862991"/>
          </a:xfrm>
        </p:spPr>
        <p:txBody>
          <a:bodyPr anchor="t">
            <a:norm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marL="324000" indent="0">
              <a:buNone/>
              <a:defRPr/>
            </a:lvl2pPr>
            <a:lvl3pPr marL="630000" indent="0">
              <a:buNone/>
              <a:defRPr/>
            </a:lvl3pPr>
            <a:lvl4pPr marL="1008000" indent="0">
              <a:buNone/>
              <a:defRPr/>
            </a:lvl4pPr>
            <a:lvl5pPr marL="13680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4" name="Picture Placeholder 30">
            <a:extLst>
              <a:ext uri="{FF2B5EF4-FFF2-40B4-BE49-F238E27FC236}">
                <a16:creationId xmlns:a16="http://schemas.microsoft.com/office/drawing/2014/main" id="{C727F284-B480-4165-FA10-5FB2EFA8D01F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4261658" y="4597186"/>
            <a:ext cx="731520" cy="731520"/>
          </a:xfrm>
        </p:spPr>
        <p:txBody>
          <a:bodyPr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Text Placeholder 13">
            <a:extLst>
              <a:ext uri="{FF2B5EF4-FFF2-40B4-BE49-F238E27FC236}">
                <a16:creationId xmlns:a16="http://schemas.microsoft.com/office/drawing/2014/main" id="{C106AB72-F782-1011-E73F-82AB10F338F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407742" y="4363618"/>
            <a:ext cx="5958348" cy="1205135"/>
          </a:xfrm>
        </p:spPr>
        <p:txBody>
          <a:bodyPr anchor="t">
            <a:norm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marL="324000" indent="0">
              <a:buNone/>
              <a:defRPr/>
            </a:lvl2pPr>
            <a:lvl3pPr marL="630000" indent="0">
              <a:buNone/>
              <a:defRPr/>
            </a:lvl3pPr>
            <a:lvl4pPr marL="1008000" indent="0">
              <a:buNone/>
              <a:defRPr/>
            </a:lvl4pPr>
            <a:lvl5pPr marL="13680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6" name="Footer Placeholder 4">
            <a:extLst>
              <a:ext uri="{FF2B5EF4-FFF2-40B4-BE49-F238E27FC236}">
                <a16:creationId xmlns:a16="http://schemas.microsoft.com/office/drawing/2014/main" id="{DB49BBE5-CCBB-7C39-D34E-E82C25AA57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1356" y="5990069"/>
            <a:ext cx="3097071" cy="365125"/>
          </a:xfrm>
          <a:prstGeom prst="rect">
            <a:avLst/>
          </a:prstGeom>
        </p:spPr>
        <p:txBody>
          <a:bodyPr vert="horz" lIns="457200" tIns="45720" rIns="91440" bIns="45720" rtlCol="0" anchor="ctr"/>
          <a:lstStyle>
            <a:lvl1pPr algn="l">
              <a:defRPr sz="900" cap="all">
                <a:solidFill>
                  <a:schemeClr val="bg1"/>
                </a:solidFill>
              </a:defRPr>
            </a:lvl1pPr>
          </a:lstStyle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27" name="Slide Number Placeholder 5">
            <a:extLst>
              <a:ext uri="{FF2B5EF4-FFF2-40B4-BE49-F238E27FC236}">
                <a16:creationId xmlns:a16="http://schemas.microsoft.com/office/drawing/2014/main" id="{2AB94E18-4F07-B724-9D3D-4480193774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824749" y="5990069"/>
            <a:ext cx="77281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bg1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34339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524329E9-A968-FB95-104A-91844CBA17ED}"/>
              </a:ext>
            </a:extLst>
          </p:cNvPr>
          <p:cNvGrpSpPr/>
          <p:nvPr userDrawn="1"/>
        </p:nvGrpSpPr>
        <p:grpSpPr>
          <a:xfrm>
            <a:off x="481693" y="393648"/>
            <a:ext cx="11234963" cy="6070705"/>
            <a:chOff x="481693" y="393648"/>
            <a:chExt cx="11234963" cy="6070705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DE5A6159-3269-247C-FFBE-0940C19C2B48}"/>
                </a:ext>
              </a:extLst>
            </p:cNvPr>
            <p:cNvSpPr/>
            <p:nvPr userDrawn="1"/>
          </p:nvSpPr>
          <p:spPr>
            <a:xfrm>
              <a:off x="481693" y="393648"/>
              <a:ext cx="11228615" cy="6070705"/>
            </a:xfrm>
            <a:prstGeom prst="rect">
              <a:avLst/>
            </a:prstGeom>
            <a:no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2E1B1C58-815E-DA91-6DDD-C5DEEB6ADD88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481694" y="3916228"/>
              <a:ext cx="11228613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C677EEC2-EC0E-1781-4321-659905F5D3E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1693" y="5878287"/>
              <a:ext cx="11234963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5EC12EB-D748-8042-FB32-180B15CF118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096000" y="5878287"/>
              <a:ext cx="0" cy="586066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Title 6">
            <a:extLst>
              <a:ext uri="{FF2B5EF4-FFF2-40B4-BE49-F238E27FC236}">
                <a16:creationId xmlns:a16="http://schemas.microsoft.com/office/drawing/2014/main" id="{80868302-0413-1A88-A081-46FCFEC829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356" y="4060726"/>
            <a:ext cx="11192526" cy="835740"/>
          </a:xfrm>
        </p:spPr>
        <p:txBody>
          <a:bodyPr lIns="457200" tIns="0" bIns="0" anchor="ctr"/>
          <a:lstStyle>
            <a:lvl1pPr algn="l">
              <a:lnSpc>
                <a:spcPct val="100000"/>
              </a:lnSpc>
              <a:defRPr sz="4000" b="1"/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26" name="Footer Placeholder 4">
            <a:extLst>
              <a:ext uri="{FF2B5EF4-FFF2-40B4-BE49-F238E27FC236}">
                <a16:creationId xmlns:a16="http://schemas.microsoft.com/office/drawing/2014/main" id="{DB49BBE5-CCBB-7C39-D34E-E82C25AA57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1356" y="5990069"/>
            <a:ext cx="5530650" cy="365125"/>
          </a:xfrm>
          <a:prstGeom prst="rect">
            <a:avLst/>
          </a:prstGeom>
        </p:spPr>
        <p:txBody>
          <a:bodyPr vert="horz" lIns="457200" tIns="45720" rIns="91440" bIns="45720" rtlCol="0" anchor="ctr"/>
          <a:lstStyle>
            <a:lvl1pPr algn="l">
              <a:defRPr sz="900" cap="all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footer</a:t>
            </a:r>
          </a:p>
        </p:txBody>
      </p:sp>
      <p:sp>
        <p:nvSpPr>
          <p:cNvPr id="27" name="Slide Number Placeholder 5">
            <a:extLst>
              <a:ext uri="{FF2B5EF4-FFF2-40B4-BE49-F238E27FC236}">
                <a16:creationId xmlns:a16="http://schemas.microsoft.com/office/drawing/2014/main" id="{2AB94E18-4F07-B724-9D3D-4480193774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26865" y="5990069"/>
            <a:ext cx="7129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FE12DB-463B-5E38-0249-595352F6A5D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1356" y="4959086"/>
            <a:ext cx="11193462" cy="757553"/>
          </a:xfrm>
        </p:spPr>
        <p:txBody>
          <a:bodyPr lIns="457200" anchor="t"/>
          <a:lstStyle>
            <a:lvl1pPr marL="0" indent="0">
              <a:buNone/>
              <a:defRPr/>
            </a:lvl1pPr>
            <a:lvl2pPr marL="324000" indent="0">
              <a:buNone/>
              <a:defRPr/>
            </a:lvl2pPr>
            <a:lvl3pPr marL="630000" indent="0">
              <a:buNone/>
              <a:defRPr/>
            </a:lvl3pPr>
            <a:lvl4pPr marL="1008000" indent="0">
              <a:buNone/>
              <a:defRPr/>
            </a:lvl4pPr>
            <a:lvl5pPr marL="13680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22CBCEA-1B14-60E2-F8BE-92C510D427C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01445" y="413364"/>
            <a:ext cx="11173539" cy="3489325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08783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5BE0D1B6-1F1E-CCFB-6D36-DC3039C38F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81693" y="393648"/>
            <a:ext cx="11235864" cy="6070705"/>
            <a:chOff x="481693" y="393648"/>
            <a:chExt cx="11235864" cy="6070705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DE5A6159-3269-247C-FFBE-0940C19C2B48}"/>
                </a:ext>
              </a:extLst>
            </p:cNvPr>
            <p:cNvSpPr/>
            <p:nvPr userDrawn="1"/>
          </p:nvSpPr>
          <p:spPr>
            <a:xfrm>
              <a:off x="481693" y="393648"/>
              <a:ext cx="11228615" cy="6070705"/>
            </a:xfrm>
            <a:prstGeom prst="rect">
              <a:avLst/>
            </a:prstGeom>
            <a:no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8F8BCC96-50C0-4DBF-F6DC-4BDFF75A232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768117" y="6035602"/>
              <a:ext cx="694944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70F1688-BA83-03DC-2B74-7A82D939FA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668224463"/>
              </p:ext>
            </p:extLst>
          </p:nvPr>
        </p:nvGraphicFramePr>
        <p:xfrm>
          <a:off x="490524" y="399329"/>
          <a:ext cx="4297680" cy="6070708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29768">
                  <a:extLst>
                    <a:ext uri="{9D8B030D-6E8A-4147-A177-3AD203B41FA5}">
                      <a16:colId xmlns:a16="http://schemas.microsoft.com/office/drawing/2014/main" val="3227434602"/>
                    </a:ext>
                  </a:extLst>
                </a:gridCol>
                <a:gridCol w="429768">
                  <a:extLst>
                    <a:ext uri="{9D8B030D-6E8A-4147-A177-3AD203B41FA5}">
                      <a16:colId xmlns:a16="http://schemas.microsoft.com/office/drawing/2014/main" val="2679191072"/>
                    </a:ext>
                  </a:extLst>
                </a:gridCol>
                <a:gridCol w="429768">
                  <a:extLst>
                    <a:ext uri="{9D8B030D-6E8A-4147-A177-3AD203B41FA5}">
                      <a16:colId xmlns:a16="http://schemas.microsoft.com/office/drawing/2014/main" val="3275508775"/>
                    </a:ext>
                  </a:extLst>
                </a:gridCol>
                <a:gridCol w="429768">
                  <a:extLst>
                    <a:ext uri="{9D8B030D-6E8A-4147-A177-3AD203B41FA5}">
                      <a16:colId xmlns:a16="http://schemas.microsoft.com/office/drawing/2014/main" val="4103063430"/>
                    </a:ext>
                  </a:extLst>
                </a:gridCol>
                <a:gridCol w="429768">
                  <a:extLst>
                    <a:ext uri="{9D8B030D-6E8A-4147-A177-3AD203B41FA5}">
                      <a16:colId xmlns:a16="http://schemas.microsoft.com/office/drawing/2014/main" val="4218281584"/>
                    </a:ext>
                  </a:extLst>
                </a:gridCol>
                <a:gridCol w="429768">
                  <a:extLst>
                    <a:ext uri="{9D8B030D-6E8A-4147-A177-3AD203B41FA5}">
                      <a16:colId xmlns:a16="http://schemas.microsoft.com/office/drawing/2014/main" val="503927227"/>
                    </a:ext>
                  </a:extLst>
                </a:gridCol>
                <a:gridCol w="429768">
                  <a:extLst>
                    <a:ext uri="{9D8B030D-6E8A-4147-A177-3AD203B41FA5}">
                      <a16:colId xmlns:a16="http://schemas.microsoft.com/office/drawing/2014/main" val="342415256"/>
                    </a:ext>
                  </a:extLst>
                </a:gridCol>
                <a:gridCol w="429768">
                  <a:extLst>
                    <a:ext uri="{9D8B030D-6E8A-4147-A177-3AD203B41FA5}">
                      <a16:colId xmlns:a16="http://schemas.microsoft.com/office/drawing/2014/main" val="2092302351"/>
                    </a:ext>
                  </a:extLst>
                </a:gridCol>
                <a:gridCol w="429768">
                  <a:extLst>
                    <a:ext uri="{9D8B030D-6E8A-4147-A177-3AD203B41FA5}">
                      <a16:colId xmlns:a16="http://schemas.microsoft.com/office/drawing/2014/main" val="2258278874"/>
                    </a:ext>
                  </a:extLst>
                </a:gridCol>
                <a:gridCol w="429768">
                  <a:extLst>
                    <a:ext uri="{9D8B030D-6E8A-4147-A177-3AD203B41FA5}">
                      <a16:colId xmlns:a16="http://schemas.microsoft.com/office/drawing/2014/main" val="539162799"/>
                    </a:ext>
                  </a:extLst>
                </a:gridCol>
              </a:tblGrid>
              <a:tr h="43362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664993"/>
                  </a:ext>
                </a:extLst>
              </a:tr>
              <a:tr h="43362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486137"/>
                  </a:ext>
                </a:extLst>
              </a:tr>
              <a:tr h="43362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612509"/>
                  </a:ext>
                </a:extLst>
              </a:tr>
              <a:tr h="43362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2521216"/>
                  </a:ext>
                </a:extLst>
              </a:tr>
              <a:tr h="43362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8400337"/>
                  </a:ext>
                </a:extLst>
              </a:tr>
              <a:tr h="43362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0747136"/>
                  </a:ext>
                </a:extLst>
              </a:tr>
              <a:tr h="43362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9772814"/>
                  </a:ext>
                </a:extLst>
              </a:tr>
              <a:tr h="43362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7978386"/>
                  </a:ext>
                </a:extLst>
              </a:tr>
              <a:tr h="43362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7604750"/>
                  </a:ext>
                </a:extLst>
              </a:tr>
              <a:tr h="43362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1027561"/>
                  </a:ext>
                </a:extLst>
              </a:tr>
              <a:tr h="43362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2850680"/>
                  </a:ext>
                </a:extLst>
              </a:tr>
              <a:tr h="43362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5912702"/>
                  </a:ext>
                </a:extLst>
              </a:tr>
              <a:tr h="43362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0670666"/>
                  </a:ext>
                </a:extLst>
              </a:tr>
              <a:tr h="43362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8701284"/>
                  </a:ext>
                </a:extLst>
              </a:tr>
            </a:tbl>
          </a:graphicData>
        </a:graphic>
      </p:graphicFrame>
      <p:sp>
        <p:nvSpPr>
          <p:cNvPr id="7" name="Title 6">
            <a:extLst>
              <a:ext uri="{FF2B5EF4-FFF2-40B4-BE49-F238E27FC236}">
                <a16:creationId xmlns:a16="http://schemas.microsoft.com/office/drawing/2014/main" id="{80868302-0413-1A88-A081-46FCFEC829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53781" y="658762"/>
            <a:ext cx="6351638" cy="5201247"/>
          </a:xfrm>
        </p:spPr>
        <p:txBody>
          <a:bodyPr lIns="457200" tIns="0" rIns="457200" bIns="0" anchor="ctr"/>
          <a:lstStyle>
            <a:lvl1pPr algn="ctr">
              <a:lnSpc>
                <a:spcPct val="100000"/>
              </a:lnSpc>
              <a:defRPr sz="8000" b="1"/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9E4F8DC2-6173-797C-063C-ABCB0683591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23928" y="838200"/>
            <a:ext cx="3429000" cy="3026664"/>
          </a:xfrm>
          <a:solidFill>
            <a:schemeClr val="accent2"/>
          </a:solidFill>
          <a:ln w="12700">
            <a:solidFill>
              <a:schemeClr val="bg1"/>
            </a:solidFill>
          </a:ln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1BAEDB1-AAC6-8012-7AC3-CC75D0096F4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24880" y="4748981"/>
            <a:ext cx="3434141" cy="84557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2222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marL="324000" indent="0">
              <a:buNone/>
              <a:defRPr/>
            </a:lvl2pPr>
            <a:lvl3pPr marL="630000" indent="0">
              <a:buNone/>
              <a:defRPr/>
            </a:lvl3pPr>
            <a:lvl4pPr marL="1008000" indent="0">
              <a:buNone/>
              <a:defRPr/>
            </a:lvl4pPr>
            <a:lvl5pPr marL="13680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DB684C2F-977D-54D2-F9DB-5A0CC3DF16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53781" y="6085795"/>
            <a:ext cx="3428434" cy="2949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footer</a:t>
            </a:r>
          </a:p>
        </p:txBody>
      </p:sp>
      <p:sp>
        <p:nvSpPr>
          <p:cNvPr id="27" name="Slide Number Placeholder 5">
            <a:extLst>
              <a:ext uri="{FF2B5EF4-FFF2-40B4-BE49-F238E27FC236}">
                <a16:creationId xmlns:a16="http://schemas.microsoft.com/office/drawing/2014/main" id="{2AB94E18-4F07-B724-9D3D-4480193774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62182" y="6115665"/>
            <a:ext cx="474545" cy="2436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75857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A4B42F-2C80-4037-BF8E-C209D59D930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35376"/>
            <a:ext cx="2844799" cy="365125"/>
          </a:xfrm>
        </p:spPr>
        <p:txBody>
          <a:bodyPr/>
          <a:lstStyle/>
          <a:p>
            <a:fld id="{91CD4B7E-D172-41E4-BE36-64B5A7E393CD}" type="datetimeFigureOut">
              <a:rPr lang="en-US" noProof="0" smtClean="0"/>
              <a:t>8/6/2026</a:t>
            </a:fld>
            <a:endParaRPr lang="en-US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E56474-3A38-4097-8649-FAF662D8C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95363" y="6435376"/>
            <a:ext cx="1052510" cy="365125"/>
          </a:xfrm>
        </p:spPr>
        <p:txBody>
          <a:bodyPr/>
          <a:lstStyle/>
          <a:p>
            <a:fld id="{F603CDE5-C1D8-4EDD-870F-A498BAFA520F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FF907DD0-6A5F-4994-AB77-82E297226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5101" y="6435376"/>
            <a:ext cx="6818262" cy="365125"/>
          </a:xfrm>
        </p:spPr>
        <p:txBody>
          <a:bodyPr/>
          <a:lstStyle/>
          <a:p>
            <a:pPr algn="l"/>
            <a:r>
              <a:rPr lang="en-US" noProof="0" dirty="0"/>
              <a:t>Teach a Course</a:t>
            </a:r>
          </a:p>
        </p:txBody>
      </p:sp>
    </p:spTree>
    <p:extLst>
      <p:ext uri="{BB962C8B-B14F-4D97-AF65-F5344CB8AC3E}">
        <p14:creationId xmlns:p14="http://schemas.microsoft.com/office/powerpoint/2010/main" val="29021140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79512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2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0A7F1CA9-BED2-4756-8AEF-E0F68B0488B6}" type="datetime1">
              <a:rPr lang="en-US" smtClean="0"/>
              <a:pPr/>
              <a:t>8/6/2026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940" y="6423914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95363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215D2F-5EDC-6557-738C-7D8C14C6A45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127000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8000">
                    <a:alpha val="50000"/>
                  </a:srgbClr>
                </a:solidFill>
                <a:latin typeface="Aptos" panose="020B0004020202020204" pitchFamily="34" charset="0"/>
              </a:rPr>
              <a:t>Classification: Internal</a:t>
            </a:r>
          </a:p>
        </p:txBody>
      </p:sp>
    </p:spTree>
    <p:extLst>
      <p:ext uri="{BB962C8B-B14F-4D97-AF65-F5344CB8AC3E}">
        <p14:creationId xmlns:p14="http://schemas.microsoft.com/office/powerpoint/2010/main" val="20938723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2" r:id="rId1"/>
    <p:sldLayoutId id="2147483743" r:id="rId2"/>
    <p:sldLayoutId id="2147483744" r:id="rId3"/>
    <p:sldLayoutId id="2147483745" r:id="rId4"/>
    <p:sldLayoutId id="2147483746" r:id="rId5"/>
    <p:sldLayoutId id="2147483747" r:id="rId6"/>
    <p:sldLayoutId id="2147483748" r:id="rId7"/>
    <p:sldLayoutId id="2147483749" r:id="rId8"/>
    <p:sldLayoutId id="2147483750" r:id="rId9"/>
    <p:sldLayoutId id="2147483751" r:id="rId10"/>
    <p:sldLayoutId id="2147483752" r:id="rId11"/>
    <p:sldLayoutId id="2147483736" r:id="rId12"/>
    <p:sldLayoutId id="2147483753" r:id="rId13"/>
  </p:sldLayoutIdLst>
  <p:hf hdr="0" dt="0"/>
  <p:txStyles>
    <p:titleStyle>
      <a:lvl1pPr algn="l" defTabSz="457200" rtl="0" eaLnBrk="1" latinLnBrk="0" hangingPunct="1">
        <a:spcBef>
          <a:spcPct val="0"/>
        </a:spcBef>
        <a:buNone/>
        <a:defRPr sz="4000" b="1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bg1"/>
        </a:buClr>
        <a:buSzPct val="92000"/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1pPr>
      <a:lvl2pPr marL="609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bg1"/>
        </a:buClr>
        <a:buSzPct val="92000"/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n-lt"/>
          <a:ea typeface="+mn-ea"/>
          <a:cs typeface="+mn-cs"/>
        </a:defRPr>
      </a:lvl2pPr>
      <a:lvl3pPr marL="91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bg1"/>
        </a:buClr>
        <a:buSzPct val="92000"/>
        <a:buFont typeface="Arial" panose="020B0604020202020204" pitchFamily="34" charset="0"/>
        <a:buChar char="•"/>
        <a:defRPr sz="1400" kern="1200">
          <a:solidFill>
            <a:schemeClr val="bg1"/>
          </a:solidFill>
          <a:latin typeface="+mn-lt"/>
          <a:ea typeface="+mn-ea"/>
          <a:cs typeface="+mn-cs"/>
        </a:defRPr>
      </a:lvl3pPr>
      <a:lvl4pPr marL="11794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bg1"/>
        </a:buClr>
        <a:buSzPct val="92000"/>
        <a:buFont typeface="Arial" panose="020B0604020202020204" pitchFamily="34" charset="0"/>
        <a:buChar char="•"/>
        <a:defRPr sz="1200" kern="1200">
          <a:solidFill>
            <a:schemeClr val="bg1"/>
          </a:solidFill>
          <a:latin typeface="+mn-lt"/>
          <a:ea typeface="+mn-ea"/>
          <a:cs typeface="+mn-cs"/>
        </a:defRPr>
      </a:lvl4pPr>
      <a:lvl5pPr marL="15394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bg1"/>
        </a:buClr>
        <a:buSzPct val="92000"/>
        <a:buFont typeface="Arial" panose="020B0604020202020204" pitchFamily="34" charset="0"/>
        <a:buChar char="•"/>
        <a:defRPr sz="1200" kern="1200">
          <a:solidFill>
            <a:schemeClr val="bg1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Placeholder 11" descr="A group of women working together ">
            <a:extLst>
              <a:ext uri="{FF2B5EF4-FFF2-40B4-BE49-F238E27FC236}">
                <a16:creationId xmlns:a16="http://schemas.microsoft.com/office/drawing/2014/main" id="{0C1659CC-4590-9683-6670-EEE2A7FB4AD9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t="486" b="486"/>
          <a:stretch/>
        </p:blipFill>
        <p:spPr>
          <a:xfrm>
            <a:off x="7502237" y="415637"/>
            <a:ext cx="4173682" cy="5974772"/>
          </a:xfrm>
        </p:spPr>
      </p:pic>
      <p:sp>
        <p:nvSpPr>
          <p:cNvPr id="17" name="Title 16">
            <a:extLst>
              <a:ext uri="{FF2B5EF4-FFF2-40B4-BE49-F238E27FC236}">
                <a16:creationId xmlns:a16="http://schemas.microsoft.com/office/drawing/2014/main" id="{2A7A4DC1-E50C-440F-5AAD-B8FF3E74F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128" y="589938"/>
            <a:ext cx="6347617" cy="4356135"/>
          </a:xfrm>
        </p:spPr>
        <p:txBody>
          <a:bodyPr/>
          <a:lstStyle/>
          <a:p>
            <a:br>
              <a:rPr lang="en-US" sz="6000" dirty="0"/>
            </a:br>
            <a:br>
              <a:rPr lang="en-US" sz="6000" dirty="0"/>
            </a:br>
            <a:r>
              <a:rPr lang="en-US" sz="6000" dirty="0"/>
              <a:t>Policy &amp; Claims Copilot</a:t>
            </a:r>
            <a:br>
              <a:rPr lang="en-US" sz="6000" dirty="0"/>
            </a:br>
            <a:r>
              <a:rPr lang="en-US" sz="6000" dirty="0"/>
              <a:t> </a:t>
            </a:r>
            <a:br>
              <a:rPr lang="en-US" dirty="0"/>
            </a:br>
            <a:r>
              <a:rPr lang="en-US" sz="1600" b="0" dirty="0"/>
              <a:t>Transforming Insurance Support with GenAI​</a:t>
            </a:r>
            <a:endParaRPr lang="en-US" sz="1600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D62CC159-4789-0E92-08AE-ECCAB12B677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44128" y="6134660"/>
            <a:ext cx="3322638" cy="511498"/>
          </a:xfrm>
        </p:spPr>
        <p:txBody>
          <a:bodyPr/>
          <a:lstStyle/>
          <a:p>
            <a:r>
              <a:rPr lang="en-US" dirty="0"/>
              <a:t>Shankar Kumar - 51535536</a:t>
            </a:r>
          </a:p>
        </p:txBody>
      </p:sp>
    </p:spTree>
    <p:extLst>
      <p:ext uri="{BB962C8B-B14F-4D97-AF65-F5344CB8AC3E}">
        <p14:creationId xmlns:p14="http://schemas.microsoft.com/office/powerpoint/2010/main" val="1723857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D7C8061-8D6D-5D34-5030-E42039B02B51}"/>
              </a:ext>
            </a:extLst>
          </p:cNvPr>
          <p:cNvSpPr/>
          <p:nvPr/>
        </p:nvSpPr>
        <p:spPr>
          <a:xfrm>
            <a:off x="74815" y="75854"/>
            <a:ext cx="12009812" cy="69619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182880" y="269125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3366"/>
                </a:solidFill>
              </a:rPr>
              <a:t>Business Problem​</a:t>
            </a: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78EA6B8A-9199-E2D4-C064-87CF4E56E3D0}"/>
              </a:ext>
            </a:extLst>
          </p:cNvPr>
          <p:cNvSpPr/>
          <p:nvPr/>
        </p:nvSpPr>
        <p:spPr>
          <a:xfrm>
            <a:off x="74815" y="1011036"/>
            <a:ext cx="10658994" cy="3501737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• </a:t>
            </a:r>
            <a:r>
              <a:rPr lang="en-US" sz="2400" dirty="0">
                <a:solidFill>
                  <a:srgbClr val="000000"/>
                </a:solidFill>
              </a:rPr>
              <a:t>Customers struggle to understand coverage details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• High call center volume for repetitive queries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• Incomplete claim submissions cause delays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• Inconsistent responses across channels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987F40-4F0B-54EE-41EE-BF6975FC1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5D5CC92-6D9D-17B6-B866-6AB094E3523A}"/>
              </a:ext>
            </a:extLst>
          </p:cNvPr>
          <p:cNvSpPr/>
          <p:nvPr/>
        </p:nvSpPr>
        <p:spPr>
          <a:xfrm>
            <a:off x="74815" y="121574"/>
            <a:ext cx="12009812" cy="69619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226CFB21-1C0F-E805-2D12-B5F9A6BA4BC2}"/>
              </a:ext>
            </a:extLst>
          </p:cNvPr>
          <p:cNvSpPr/>
          <p:nvPr/>
        </p:nvSpPr>
        <p:spPr>
          <a:xfrm>
            <a:off x="182880" y="269125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3366"/>
                </a:solidFill>
              </a:rPr>
              <a:t>Policy &amp; Claims Copilot solution</a:t>
            </a:r>
            <a:endParaRPr lang="en-US" sz="24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A768525-A9DF-1945-6F1B-840393F422A6}"/>
              </a:ext>
            </a:extLst>
          </p:cNvPr>
          <p:cNvSpPr/>
          <p:nvPr/>
        </p:nvSpPr>
        <p:spPr>
          <a:xfrm>
            <a:off x="74815" y="924794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55555"/>
                </a:solidFill>
              </a:rPr>
              <a:t>LLM + RAG Solution for Insurance Customer Support &amp; Claims Pre-check:</a:t>
            </a:r>
            <a:endParaRPr lang="en-US" sz="2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E740624-4B86-E9BD-6E5F-5DCE72A9927D}"/>
              </a:ext>
            </a:extLst>
          </p:cNvPr>
          <p:cNvSpPr/>
          <p:nvPr/>
        </p:nvSpPr>
        <p:spPr>
          <a:xfrm>
            <a:off x="182880" y="1381994"/>
            <a:ext cx="7315200" cy="10702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rgbClr val="1F4E79"/>
                </a:solidFill>
              </a:rPr>
              <a:t>Instant answers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rgbClr val="1F4E79"/>
                </a:solidFill>
              </a:rPr>
              <a:t>faster claims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rgbClr val="1F4E79"/>
                </a:solidFill>
              </a:rPr>
              <a:t>lower support cost</a:t>
            </a:r>
            <a:endParaRPr lang="en-US" sz="2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127040-6EE9-7C88-87BF-39ED9B12D0B2}"/>
              </a:ext>
            </a:extLst>
          </p:cNvPr>
          <p:cNvSpPr txBox="1"/>
          <p:nvPr/>
        </p:nvSpPr>
        <p:spPr>
          <a:xfrm>
            <a:off x="74815" y="2909456"/>
            <a:ext cx="482969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0" u="none" strike="noStrike" spc="0" dirty="0">
                <a:solidFill>
                  <a:srgbClr val="003366"/>
                </a:solidFill>
                <a:effectLst/>
                <a:latin typeface="Calibri" panose="020F0502020204030204" pitchFamily="34" charset="0"/>
              </a:rPr>
              <a:t>Solution Overview: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​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8CD58A-A8ED-1C2B-A60B-B4CDF6D62D0C}"/>
              </a:ext>
            </a:extLst>
          </p:cNvPr>
          <p:cNvSpPr txBox="1"/>
          <p:nvPr/>
        </p:nvSpPr>
        <p:spPr>
          <a:xfrm>
            <a:off x="-1" y="3371121"/>
            <a:ext cx="1208462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0" i="0" u="none" strike="noStrike" spc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Policy &amp; Claims Copilot uses LLM + Retrieval Augmented Generation (RAG) to answer policy questions and validate claim scenarios before submission.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​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D045C06-F567-4D09-63A3-DBF875DBE018}"/>
              </a:ext>
            </a:extLst>
          </p:cNvPr>
          <p:cNvSpPr txBox="1"/>
          <p:nvPr/>
        </p:nvSpPr>
        <p:spPr>
          <a:xfrm>
            <a:off x="74815" y="5260562"/>
            <a:ext cx="1175038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0" i="0" u="none" strike="noStrike" spc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Policy Docs </a:t>
            </a:r>
            <a:r>
              <a:rPr lang="en-US" sz="2200" dirty="0">
                <a:solidFill>
                  <a:srgbClr val="00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</a:t>
            </a:r>
            <a:r>
              <a:rPr lang="en-US" sz="2200" b="0" i="0" u="none" strike="noStrike" spc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Chunking </a:t>
            </a:r>
            <a:r>
              <a:rPr lang="en-US" sz="2200" b="0" i="0" u="none" strike="noStrike" spc="0" dirty="0">
                <a:solidFill>
                  <a:srgbClr val="000000"/>
                </a:solidFill>
                <a:effectLst/>
                <a:latin typeface="Calibri" panose="020F0502020204030204" pitchFamily="34" charset="0"/>
                <a:sym typeface="Wingdings" panose="05000000000000000000" pitchFamily="2" charset="2"/>
              </a:rPr>
              <a:t> </a:t>
            </a:r>
            <a:r>
              <a:rPr lang="en-US" sz="2200" b="0" i="0" u="none" strike="noStrike" spc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Vector DB </a:t>
            </a:r>
            <a:r>
              <a:rPr lang="en-US" sz="2200" dirty="0">
                <a:solidFill>
                  <a:srgbClr val="00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</a:t>
            </a:r>
            <a:r>
              <a:rPr lang="en-US" sz="2200" b="0" i="0" u="none" strike="noStrike" spc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Retrieval Layer </a:t>
            </a:r>
            <a:r>
              <a:rPr lang="en-US" sz="2200" dirty="0">
                <a:solidFill>
                  <a:srgbClr val="00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</a:t>
            </a:r>
            <a:r>
              <a:rPr lang="en-US" sz="2200" b="0" i="0" u="none" strike="noStrike" spc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LLM </a:t>
            </a:r>
            <a:r>
              <a:rPr lang="en-US" sz="2200" dirty="0">
                <a:solidFill>
                  <a:srgbClr val="00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</a:t>
            </a:r>
            <a:r>
              <a:rPr lang="en-US" sz="2200" b="0" i="0" u="none" strike="noStrike" spc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Copilot </a:t>
            </a:r>
            <a:r>
              <a:rPr lang="en-US" sz="2200" b="0" i="0" u="none" strike="noStrike" spc="0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QnA</a:t>
            </a:r>
            <a:r>
              <a:rPr lang="en-US" sz="2200" b="0" i="0" u="none" strike="noStrike" spc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US" sz="22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​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51CBFC3-B7A0-7D3B-7CC8-A060416C6CF8}"/>
              </a:ext>
            </a:extLst>
          </p:cNvPr>
          <p:cNvSpPr txBox="1"/>
          <p:nvPr/>
        </p:nvSpPr>
        <p:spPr>
          <a:xfrm>
            <a:off x="74815" y="4702100"/>
            <a:ext cx="482969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0" u="none" strike="noStrike" spc="0" dirty="0">
                <a:solidFill>
                  <a:srgbClr val="003366"/>
                </a:solidFill>
                <a:effectLst/>
                <a:latin typeface="Calibri" panose="020F0502020204030204" pitchFamily="34" charset="0"/>
              </a:rPr>
              <a:t>Solution Architecture: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​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15865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0420B1-FCAD-7A16-C725-349DC757D5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66CED42-C92D-C9FB-F750-6566831ABF12}"/>
              </a:ext>
            </a:extLst>
          </p:cNvPr>
          <p:cNvSpPr/>
          <p:nvPr/>
        </p:nvSpPr>
        <p:spPr>
          <a:xfrm>
            <a:off x="74815" y="121574"/>
            <a:ext cx="12009812" cy="69619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98DFA7ED-CA83-ACE7-1D3E-FD410F898C24}"/>
              </a:ext>
            </a:extLst>
          </p:cNvPr>
          <p:cNvSpPr/>
          <p:nvPr/>
        </p:nvSpPr>
        <p:spPr>
          <a:xfrm>
            <a:off x="182880" y="269125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3366"/>
                </a:solidFill>
              </a:rPr>
              <a:t>Policy &amp; Claims Copilot – Key features </a:t>
            </a:r>
            <a:endParaRPr lang="en-US" sz="24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B6B90E84-9B6B-9E6A-8E19-301DB1887765}"/>
              </a:ext>
            </a:extLst>
          </p:cNvPr>
          <p:cNvSpPr/>
          <p:nvPr/>
        </p:nvSpPr>
        <p:spPr>
          <a:xfrm>
            <a:off x="182880" y="1361209"/>
            <a:ext cx="7235537" cy="36576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• Coverage &amp; Exclusions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• Limits and Sub-limits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• Waiting Period Verification</a:t>
            </a:r>
            <a:endParaRPr lang="en-US" sz="1800" dirty="0"/>
          </a:p>
          <a:p>
            <a:pPr marL="0" indent="0">
              <a:buNone/>
            </a:pPr>
            <a:endParaRPr lang="en-US" sz="1800" dirty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• Claim Steps &amp; Timelines</a:t>
            </a:r>
            <a:endParaRPr lang="en-US" sz="1800" dirty="0"/>
          </a:p>
          <a:p>
            <a:pPr marL="0" indent="0">
              <a:buNone/>
            </a:pPr>
            <a:endParaRPr lang="en-US" sz="1800" dirty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• Required Documents</a:t>
            </a:r>
            <a:endParaRPr lang="en-US" sz="1800" dirty="0"/>
          </a:p>
          <a:p>
            <a:pPr marL="0" indent="0">
              <a:buNone/>
            </a:pPr>
            <a:endParaRPr lang="en-US" sz="1800" dirty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• Claim Pre-check Assessment</a:t>
            </a:r>
            <a:endParaRPr lang="en-US" sz="1800" dirty="0"/>
          </a:p>
          <a:p>
            <a:pPr marL="0" indent="0">
              <a:buNone/>
            </a:pPr>
            <a:endParaRPr lang="en-US" sz="1800" dirty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• Agent Assist &amp; Customer Self-Service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42777665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07F667-2596-DCEE-B2A0-1567240714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A2A068B-624F-DFDF-DA79-F183B8AC8CF8}"/>
              </a:ext>
            </a:extLst>
          </p:cNvPr>
          <p:cNvSpPr/>
          <p:nvPr/>
        </p:nvSpPr>
        <p:spPr>
          <a:xfrm>
            <a:off x="74815" y="121574"/>
            <a:ext cx="12009812" cy="69619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490F3B46-4C6E-81E2-9752-942BA1AE08C9}"/>
              </a:ext>
            </a:extLst>
          </p:cNvPr>
          <p:cNvSpPr/>
          <p:nvPr/>
        </p:nvSpPr>
        <p:spPr>
          <a:xfrm>
            <a:off x="182880" y="269125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3366"/>
                </a:solidFill>
              </a:rPr>
              <a:t>Sample User query</a:t>
            </a:r>
            <a:endParaRPr lang="en-US" sz="24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B57B673-6586-DCFC-E69B-E8BFDF7B830B}"/>
              </a:ext>
            </a:extLst>
          </p:cNvPr>
          <p:cNvSpPr/>
          <p:nvPr/>
        </p:nvSpPr>
        <p:spPr>
          <a:xfrm>
            <a:off x="182880" y="1039091"/>
            <a:ext cx="9144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Question: Is cataract surgery covered after 6 months?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Copilot checks waiting period, policy coverage and limits.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Response provides eligibility status and required documents.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1859847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B6B397-9334-218C-6296-2ED85DF41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CD3270B-B2E7-0B75-5279-C2794EB757E8}"/>
              </a:ext>
            </a:extLst>
          </p:cNvPr>
          <p:cNvSpPr/>
          <p:nvPr/>
        </p:nvSpPr>
        <p:spPr>
          <a:xfrm>
            <a:off x="74815" y="121574"/>
            <a:ext cx="12009812" cy="69619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9B843351-8389-1F13-DADA-51B15A93EA23}"/>
              </a:ext>
            </a:extLst>
          </p:cNvPr>
          <p:cNvSpPr/>
          <p:nvPr/>
        </p:nvSpPr>
        <p:spPr>
          <a:xfrm>
            <a:off x="182880" y="269125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3366"/>
                </a:solidFill>
              </a:rPr>
              <a:t>Policy &amp; Claims Copilot – Benefits and ROI</a:t>
            </a:r>
            <a:endParaRPr lang="en-US" sz="24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4B7E1C0C-207D-7FB0-1772-97337D45F173}"/>
              </a:ext>
            </a:extLst>
          </p:cNvPr>
          <p:cNvSpPr/>
          <p:nvPr/>
        </p:nvSpPr>
        <p:spPr>
          <a:xfrm>
            <a:off x="287482" y="1319645"/>
            <a:ext cx="6400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• Reduced call center workload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• Faster claim submission</a:t>
            </a:r>
            <a:endParaRPr lang="en-US" sz="1800" dirty="0"/>
          </a:p>
          <a:p>
            <a:pPr marL="0" indent="0">
              <a:buNone/>
            </a:pPr>
            <a:endParaRPr lang="en-US" sz="1800" dirty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• Improved first-time-right rate</a:t>
            </a:r>
            <a:endParaRPr lang="en-US" sz="1800" dirty="0"/>
          </a:p>
          <a:p>
            <a:pPr marL="0" indent="0">
              <a:buNone/>
            </a:pPr>
            <a:endParaRPr lang="en-US" sz="1800" dirty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• Better customer experience</a:t>
            </a:r>
            <a:endParaRPr lang="en-US" sz="1800" dirty="0"/>
          </a:p>
          <a:p>
            <a:pPr marL="0" indent="0">
              <a:buNone/>
            </a:pPr>
            <a:endParaRPr lang="en-US" sz="1800" dirty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• Consistent policy interpretation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9981220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226C9-4C03-EBB0-5550-BF7712886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3781" y="658762"/>
            <a:ext cx="6351638" cy="5201247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pic>
        <p:nvPicPr>
          <p:cNvPr id="73" name="Picture Placeholder 72" descr="A city with many buildings">
            <a:extLst>
              <a:ext uri="{FF2B5EF4-FFF2-40B4-BE49-F238E27FC236}">
                <a16:creationId xmlns:a16="http://schemas.microsoft.com/office/drawing/2014/main" id="{0155CF5C-C7FD-AF09-E2E8-ADC9BAFFE9B2}"/>
              </a:ext>
            </a:extLst>
          </p:cNvPr>
          <p:cNvPicPr>
            <a:picLocks noGrp="1"/>
          </p:cNvPicPr>
          <p:nvPr>
            <p:ph type="pic" sz="quarter" idx="15"/>
          </p:nvPr>
        </p:nvPicPr>
        <p:blipFill rotWithShape="1">
          <a:blip r:embed="rId3"/>
          <a:srcRect l="74" r="74"/>
          <a:stretch/>
        </p:blipFill>
        <p:spPr>
          <a:xfrm>
            <a:off x="923928" y="838200"/>
            <a:ext cx="3429000" cy="3026664"/>
          </a:xfrm>
          <a:ln w="9525"/>
        </p:spPr>
      </p:pic>
      <p:sp>
        <p:nvSpPr>
          <p:cNvPr id="65" name="Text Placeholder 64">
            <a:extLst>
              <a:ext uri="{FF2B5EF4-FFF2-40B4-BE49-F238E27FC236}">
                <a16:creationId xmlns:a16="http://schemas.microsoft.com/office/drawing/2014/main" id="{D45BE16D-C734-39D9-31F9-204C6D152AA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24880" y="4748981"/>
            <a:ext cx="3434141" cy="845574"/>
          </a:xfrm>
        </p:spPr>
        <p:txBody>
          <a:bodyPr/>
          <a:lstStyle/>
          <a:p>
            <a:r>
              <a:rPr lang="en-US" dirty="0"/>
              <a:t>HCL Technologies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32BE44-52CB-1E62-063D-1F7B3B12E1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62182" y="6115665"/>
            <a:ext cx="474545" cy="243669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9534192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">
      <a:dk1>
        <a:srgbClr val="000000"/>
      </a:dk1>
      <a:lt1>
        <a:srgbClr val="FFFFFF"/>
      </a:lt1>
      <a:dk2>
        <a:srgbClr val="242F41"/>
      </a:dk2>
      <a:lt2>
        <a:srgbClr val="E2E6E8"/>
      </a:lt2>
      <a:accent1>
        <a:srgbClr val="CE7242"/>
      </a:accent1>
      <a:accent2>
        <a:srgbClr val="4050C6"/>
      </a:accent2>
      <a:accent3>
        <a:srgbClr val="5A68CE"/>
      </a:accent3>
      <a:accent4>
        <a:srgbClr val="BC30AF"/>
      </a:accent4>
      <a:accent5>
        <a:srgbClr val="A042CE"/>
      </a:accent5>
      <a:accent6>
        <a:srgbClr val="6444C2"/>
      </a:accent6>
      <a:hlink>
        <a:srgbClr val="3B8AB3"/>
      </a:hlink>
      <a:folHlink>
        <a:srgbClr val="7F7F7F"/>
      </a:folHlink>
    </a:clrScheme>
    <a:fontScheme name="Custom">
      <a:majorFont>
        <a:latin typeface="Gill Sans MT"/>
        <a:ea typeface=""/>
        <a:cs typeface=""/>
      </a:majorFont>
      <a:minorFont>
        <a:latin typeface="Gill Sans MT"/>
        <a:ea typeface=""/>
        <a:cs typeface="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00870617_Win32_SL_v4" id="{352587A7-A0EF-4556-B874-046F84C2953A}" vid="{B8F94B47-5699-492D-880B-93801CB3AB0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732324C-71C3-4F1C-A370-A2665FF5CDF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376DE935-925F-49AD-A9C2-6284C7807A5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E3D3917-8912-4844-9F02-0D751C13D81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Classic corporate teach a course</Template>
  <TotalTime>101</TotalTime>
  <Words>230</Words>
  <Application>Microsoft Office PowerPoint</Application>
  <PresentationFormat>Widescreen</PresentationFormat>
  <Paragraphs>59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Aptos</vt:lpstr>
      <vt:lpstr>Arial</vt:lpstr>
      <vt:lpstr>Calibri</vt:lpstr>
      <vt:lpstr>Gill Sans MT</vt:lpstr>
      <vt:lpstr>Wingdings</vt:lpstr>
      <vt:lpstr>Wingdings 2</vt:lpstr>
      <vt:lpstr>Custom</vt:lpstr>
      <vt:lpstr>  Policy &amp; Claims Copilot   Transforming Insurance Support with GenAI​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Shankar Kumar</dc:creator>
  <cp:lastModifiedBy>Shankar Kumar</cp:lastModifiedBy>
  <cp:revision>7</cp:revision>
  <dcterms:created xsi:type="dcterms:W3CDTF">2026-08-06T04:10:37Z</dcterms:created>
  <dcterms:modified xsi:type="dcterms:W3CDTF">2026-08-06T06:31:53Z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TitusGUID">
    <vt:lpwstr>7883f2d3-08d2-4065-af19-e10c7813cccc</vt:lpwstr>
  </property>
  <property fmtid="{D5CDD505-2E9C-101B-9397-08002B2CF9AE}" pid="4" name="MSIP_Label_556dfe78-8a37-4fb5-b4aa-b92b97e18d15_Enabled">
    <vt:lpwstr>true</vt:lpwstr>
  </property>
  <property fmtid="{D5CDD505-2E9C-101B-9397-08002B2CF9AE}" pid="5" name="MSIP_Label_556dfe78-8a37-4fb5-b4aa-b92b97e18d15_SetDate">
    <vt:lpwstr>2026-08-06T04:50:50Z</vt:lpwstr>
  </property>
  <property fmtid="{D5CDD505-2E9C-101B-9397-08002B2CF9AE}" pid="6" name="MSIP_Label_556dfe78-8a37-4fb5-b4aa-b92b97e18d15_Method">
    <vt:lpwstr>Standard</vt:lpwstr>
  </property>
  <property fmtid="{D5CDD505-2E9C-101B-9397-08002B2CF9AE}" pid="7" name="MSIP_Label_556dfe78-8a37-4fb5-b4aa-b92b97e18d15_Name">
    <vt:lpwstr>Internal</vt:lpwstr>
  </property>
  <property fmtid="{D5CDD505-2E9C-101B-9397-08002B2CF9AE}" pid="8" name="MSIP_Label_556dfe78-8a37-4fb5-b4aa-b92b97e18d15_SiteId">
    <vt:lpwstr>189de737-c93a-4f5a-8b68-6f4ca9941912</vt:lpwstr>
  </property>
  <property fmtid="{D5CDD505-2E9C-101B-9397-08002B2CF9AE}" pid="9" name="MSIP_Label_556dfe78-8a37-4fb5-b4aa-b92b97e18d15_ActionId">
    <vt:lpwstr>a77fadcf-6e74-412f-9b12-998802a36abe</vt:lpwstr>
  </property>
  <property fmtid="{D5CDD505-2E9C-101B-9397-08002B2CF9AE}" pid="10" name="MSIP_Label_556dfe78-8a37-4fb5-b4aa-b92b97e18d15_ContentBits">
    <vt:lpwstr>1</vt:lpwstr>
  </property>
  <property fmtid="{D5CDD505-2E9C-101B-9397-08002B2CF9AE}" pid="11" name="MSIP_Label_556dfe78-8a37-4fb5-b4aa-b92b97e18d15_Tag">
    <vt:lpwstr>10, 3, 0, 1</vt:lpwstr>
  </property>
  <property fmtid="{D5CDD505-2E9C-101B-9397-08002B2CF9AE}" pid="12" name="ClassificationContentMarkingHeaderLocations">
    <vt:lpwstr>Custom:8</vt:lpwstr>
  </property>
  <property fmtid="{D5CDD505-2E9C-101B-9397-08002B2CF9AE}" pid="13" name="ClassificationContentMarkingHeaderText">
    <vt:lpwstr>Classification: Internal</vt:lpwstr>
  </property>
  <property fmtid="{D5CDD505-2E9C-101B-9397-08002B2CF9AE}" pid="14" name="HCLClassification">
    <vt:lpwstr>HCL_Cla5s_Publ1c</vt:lpwstr>
  </property>
</Properties>
</file>